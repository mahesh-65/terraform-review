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4"/>
  </p:sldMasterIdLst>
  <p:notesMasterIdLst>
    <p:notesMasterId r:id="rId13"/>
  </p:notesMasterIdLst>
  <p:sldIdLst>
    <p:sldId id="256" r:id="rId5"/>
    <p:sldId id="258" r:id="rId6"/>
    <p:sldId id="257" r:id="rId7"/>
    <p:sldId id="263" r:id="rId8"/>
    <p:sldId id="261" r:id="rId9"/>
    <p:sldId id="260" r:id="rId10"/>
    <p:sldId id="264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D7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129B48-FF97-4690-85D5-43DDAD62DA7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0D72C3-F6FC-410F-AF9F-E89F403F64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Infrastructure as Code </a:t>
          </a:r>
          <a:endParaRPr lang="en-US"/>
        </a:p>
      </dgm:t>
    </dgm:pt>
    <dgm:pt modelId="{A2736619-F73B-4CF4-962D-2F3CCB8474F1}" type="parTrans" cxnId="{E8E9BEF5-15A9-406B-A2B6-AF93D1AEE708}">
      <dgm:prSet/>
      <dgm:spPr/>
      <dgm:t>
        <a:bodyPr/>
        <a:lstStyle/>
        <a:p>
          <a:endParaRPr lang="en-US"/>
        </a:p>
      </dgm:t>
    </dgm:pt>
    <dgm:pt modelId="{935D7F00-6E6A-4CC6-8926-7351D581AFE8}" type="sibTrans" cxnId="{E8E9BEF5-15A9-406B-A2B6-AF93D1AEE708}">
      <dgm:prSet/>
      <dgm:spPr/>
      <dgm:t>
        <a:bodyPr/>
        <a:lstStyle/>
        <a:p>
          <a:endParaRPr lang="en-US"/>
        </a:p>
      </dgm:t>
    </dgm:pt>
    <dgm:pt modelId="{28EB1B9B-41FC-4D83-8327-3B7DDBAFAB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Containerized Deployment </a:t>
          </a:r>
          <a:endParaRPr lang="en-US"/>
        </a:p>
      </dgm:t>
    </dgm:pt>
    <dgm:pt modelId="{6824BE8E-A93F-429B-AD62-6DCCC12E64AD}" type="parTrans" cxnId="{09853549-4B8D-47C9-A0C1-75DA6BCABB83}">
      <dgm:prSet/>
      <dgm:spPr/>
      <dgm:t>
        <a:bodyPr/>
        <a:lstStyle/>
        <a:p>
          <a:endParaRPr lang="en-US"/>
        </a:p>
      </dgm:t>
    </dgm:pt>
    <dgm:pt modelId="{6ACD2B5A-23A5-4B9F-AC17-72078AD74498}" type="sibTrans" cxnId="{09853549-4B8D-47C9-A0C1-75DA6BCABB83}">
      <dgm:prSet/>
      <dgm:spPr/>
      <dgm:t>
        <a:bodyPr/>
        <a:lstStyle/>
        <a:p>
          <a:endParaRPr lang="en-US"/>
        </a:p>
      </dgm:t>
    </dgm:pt>
    <dgm:pt modelId="{DD511679-26A7-4CF0-8706-A8BEB16C02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Secure Networking </a:t>
          </a:r>
          <a:endParaRPr lang="en-US"/>
        </a:p>
      </dgm:t>
    </dgm:pt>
    <dgm:pt modelId="{89D2861C-AAC1-4464-9921-0AAF235F09E4}" type="parTrans" cxnId="{E48724A1-9D98-4499-BFC0-3873FBC7971A}">
      <dgm:prSet/>
      <dgm:spPr/>
      <dgm:t>
        <a:bodyPr/>
        <a:lstStyle/>
        <a:p>
          <a:endParaRPr lang="en-US"/>
        </a:p>
      </dgm:t>
    </dgm:pt>
    <dgm:pt modelId="{697D623A-E043-418D-98D2-DF8B0C0F92AF}" type="sibTrans" cxnId="{E48724A1-9D98-4499-BFC0-3873FBC7971A}">
      <dgm:prSet/>
      <dgm:spPr/>
      <dgm:t>
        <a:bodyPr/>
        <a:lstStyle/>
        <a:p>
          <a:endParaRPr lang="en-US"/>
        </a:p>
      </dgm:t>
    </dgm:pt>
    <dgm:pt modelId="{0F3154AD-A4FD-49C3-962C-B7C9D90E62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Automated Provisioning </a:t>
          </a:r>
          <a:endParaRPr lang="en-US" dirty="0"/>
        </a:p>
      </dgm:t>
    </dgm:pt>
    <dgm:pt modelId="{67E95B21-693F-4DB5-A511-5DA7E8E4FE6F}" type="parTrans" cxnId="{D6259BAC-34B0-4612-BC3A-8EA3AFFAD002}">
      <dgm:prSet/>
      <dgm:spPr/>
      <dgm:t>
        <a:bodyPr/>
        <a:lstStyle/>
        <a:p>
          <a:endParaRPr lang="en-US"/>
        </a:p>
      </dgm:t>
    </dgm:pt>
    <dgm:pt modelId="{E9F4C1C7-3FC1-4A19-9EA7-25A958987A12}" type="sibTrans" cxnId="{D6259BAC-34B0-4612-BC3A-8EA3AFFAD002}">
      <dgm:prSet/>
      <dgm:spPr/>
      <dgm:t>
        <a:bodyPr/>
        <a:lstStyle/>
        <a:p>
          <a:endParaRPr lang="en-US"/>
        </a:p>
      </dgm:t>
    </dgm:pt>
    <dgm:pt modelId="{32D3E091-0B47-46C2-B47F-719F1FE4CA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Scalable Architecture</a:t>
          </a:r>
          <a:endParaRPr lang="en-US"/>
        </a:p>
      </dgm:t>
    </dgm:pt>
    <dgm:pt modelId="{F9EC7210-9D61-46E1-9ADC-6D0453A5D909}" type="parTrans" cxnId="{913A0D89-DFF8-41EB-A4DF-2E598E5D71C6}">
      <dgm:prSet/>
      <dgm:spPr/>
      <dgm:t>
        <a:bodyPr/>
        <a:lstStyle/>
        <a:p>
          <a:endParaRPr lang="en-US"/>
        </a:p>
      </dgm:t>
    </dgm:pt>
    <dgm:pt modelId="{228F0385-56C5-43B3-8BC7-7E87BF300ACC}" type="sibTrans" cxnId="{913A0D89-DFF8-41EB-A4DF-2E598E5D71C6}">
      <dgm:prSet/>
      <dgm:spPr/>
      <dgm:t>
        <a:bodyPr/>
        <a:lstStyle/>
        <a:p>
          <a:endParaRPr lang="en-US"/>
        </a:p>
      </dgm:t>
    </dgm:pt>
    <dgm:pt modelId="{37E54603-B78F-437E-BF1F-1479B0FC969E}" type="pres">
      <dgm:prSet presAssocID="{70129B48-FF97-4690-85D5-43DDAD62DA71}" presName="root" presStyleCnt="0">
        <dgm:presLayoutVars>
          <dgm:dir/>
          <dgm:resizeHandles val="exact"/>
        </dgm:presLayoutVars>
      </dgm:prSet>
      <dgm:spPr/>
    </dgm:pt>
    <dgm:pt modelId="{81471679-2866-4E26-83DA-336E79D0D810}" type="pres">
      <dgm:prSet presAssocID="{D80D72C3-F6FC-410F-AF9F-E89F403F6419}" presName="compNode" presStyleCnt="0"/>
      <dgm:spPr/>
    </dgm:pt>
    <dgm:pt modelId="{B957C79C-BB61-4FAD-A96F-AC858E07F4B8}" type="pres">
      <dgm:prSet presAssocID="{D80D72C3-F6FC-410F-AF9F-E89F403F6419}" presName="bgRect" presStyleLbl="bgShp" presStyleIdx="0" presStyleCnt="5"/>
      <dgm:spPr/>
    </dgm:pt>
    <dgm:pt modelId="{F535E4D7-CCE4-4064-80B7-E9E1E34E9A19}" type="pres">
      <dgm:prSet presAssocID="{D80D72C3-F6FC-410F-AF9F-E89F403F641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11E7B60-0726-411E-B474-6D007E738D20}" type="pres">
      <dgm:prSet presAssocID="{D80D72C3-F6FC-410F-AF9F-E89F403F6419}" presName="spaceRect" presStyleCnt="0"/>
      <dgm:spPr/>
    </dgm:pt>
    <dgm:pt modelId="{F954139D-C01F-4781-B359-9822F046C99D}" type="pres">
      <dgm:prSet presAssocID="{D80D72C3-F6FC-410F-AF9F-E89F403F6419}" presName="parTx" presStyleLbl="revTx" presStyleIdx="0" presStyleCnt="5">
        <dgm:presLayoutVars>
          <dgm:chMax val="0"/>
          <dgm:chPref val="0"/>
        </dgm:presLayoutVars>
      </dgm:prSet>
      <dgm:spPr/>
    </dgm:pt>
    <dgm:pt modelId="{D2C65753-7525-4846-9D0F-CDC6FC6A6886}" type="pres">
      <dgm:prSet presAssocID="{935D7F00-6E6A-4CC6-8926-7351D581AFE8}" presName="sibTrans" presStyleCnt="0"/>
      <dgm:spPr/>
    </dgm:pt>
    <dgm:pt modelId="{E8BEC063-F07D-4EF0-8D7B-491C24DBAFCD}" type="pres">
      <dgm:prSet presAssocID="{28EB1B9B-41FC-4D83-8327-3B7DDBAFABDA}" presName="compNode" presStyleCnt="0"/>
      <dgm:spPr/>
    </dgm:pt>
    <dgm:pt modelId="{2D9BD7EC-A7A5-4E1A-9D73-67F7B8A97C04}" type="pres">
      <dgm:prSet presAssocID="{28EB1B9B-41FC-4D83-8327-3B7DDBAFABDA}" presName="bgRect" presStyleLbl="bgShp" presStyleIdx="1" presStyleCnt="5"/>
      <dgm:spPr/>
    </dgm:pt>
    <dgm:pt modelId="{740DE5C8-828F-4AE6-9E95-827D384373AA}" type="pres">
      <dgm:prSet presAssocID="{28EB1B9B-41FC-4D83-8327-3B7DDBAFABD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8965B75-DE37-496D-A498-EF34E93ACD98}" type="pres">
      <dgm:prSet presAssocID="{28EB1B9B-41FC-4D83-8327-3B7DDBAFABDA}" presName="spaceRect" presStyleCnt="0"/>
      <dgm:spPr/>
    </dgm:pt>
    <dgm:pt modelId="{080FCF2D-F0E5-49F3-B78E-FAEE00CFCAB0}" type="pres">
      <dgm:prSet presAssocID="{28EB1B9B-41FC-4D83-8327-3B7DDBAFABDA}" presName="parTx" presStyleLbl="revTx" presStyleIdx="1" presStyleCnt="5">
        <dgm:presLayoutVars>
          <dgm:chMax val="0"/>
          <dgm:chPref val="0"/>
        </dgm:presLayoutVars>
      </dgm:prSet>
      <dgm:spPr/>
    </dgm:pt>
    <dgm:pt modelId="{5A1156BE-3392-4F66-8B20-FCB3B18880D0}" type="pres">
      <dgm:prSet presAssocID="{6ACD2B5A-23A5-4B9F-AC17-72078AD74498}" presName="sibTrans" presStyleCnt="0"/>
      <dgm:spPr/>
    </dgm:pt>
    <dgm:pt modelId="{05E16EA5-AE8B-4E39-B7A9-0298CC58CEDB}" type="pres">
      <dgm:prSet presAssocID="{DD511679-26A7-4CF0-8706-A8BEB16C0275}" presName="compNode" presStyleCnt="0"/>
      <dgm:spPr/>
    </dgm:pt>
    <dgm:pt modelId="{89CC5E99-5D3B-431E-94C7-BE5C812E75BF}" type="pres">
      <dgm:prSet presAssocID="{DD511679-26A7-4CF0-8706-A8BEB16C0275}" presName="bgRect" presStyleLbl="bgShp" presStyleIdx="2" presStyleCnt="5"/>
      <dgm:spPr/>
    </dgm:pt>
    <dgm:pt modelId="{62C3863B-F7C3-4426-B3D3-E35420435D6A}" type="pres">
      <dgm:prSet presAssocID="{DD511679-26A7-4CF0-8706-A8BEB16C027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E5BDD24-DF97-428B-AFAF-DF30F6C7A4F0}" type="pres">
      <dgm:prSet presAssocID="{DD511679-26A7-4CF0-8706-A8BEB16C0275}" presName="spaceRect" presStyleCnt="0"/>
      <dgm:spPr/>
    </dgm:pt>
    <dgm:pt modelId="{29ACFCD4-DD99-4A6A-BE1E-F05470B36812}" type="pres">
      <dgm:prSet presAssocID="{DD511679-26A7-4CF0-8706-A8BEB16C0275}" presName="parTx" presStyleLbl="revTx" presStyleIdx="2" presStyleCnt="5">
        <dgm:presLayoutVars>
          <dgm:chMax val="0"/>
          <dgm:chPref val="0"/>
        </dgm:presLayoutVars>
      </dgm:prSet>
      <dgm:spPr/>
    </dgm:pt>
    <dgm:pt modelId="{CF04AF4A-6DB6-4714-9CD2-55422FA1AD71}" type="pres">
      <dgm:prSet presAssocID="{697D623A-E043-418D-98D2-DF8B0C0F92AF}" presName="sibTrans" presStyleCnt="0"/>
      <dgm:spPr/>
    </dgm:pt>
    <dgm:pt modelId="{B5255AD3-4DD7-43C0-BC27-E6A90CD0BB0C}" type="pres">
      <dgm:prSet presAssocID="{0F3154AD-A4FD-49C3-962C-B7C9D90E62D1}" presName="compNode" presStyleCnt="0"/>
      <dgm:spPr/>
    </dgm:pt>
    <dgm:pt modelId="{41126270-4E15-4F15-988A-F168906191D9}" type="pres">
      <dgm:prSet presAssocID="{0F3154AD-A4FD-49C3-962C-B7C9D90E62D1}" presName="bgRect" presStyleLbl="bgShp" presStyleIdx="3" presStyleCnt="5"/>
      <dgm:spPr/>
    </dgm:pt>
    <dgm:pt modelId="{097C435B-D819-47FE-A309-8477C6A08C78}" type="pres">
      <dgm:prSet presAssocID="{0F3154AD-A4FD-49C3-962C-B7C9D90E62D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0B6A300-ED59-4FBF-A109-AFC587EB4B2C}" type="pres">
      <dgm:prSet presAssocID="{0F3154AD-A4FD-49C3-962C-B7C9D90E62D1}" presName="spaceRect" presStyleCnt="0"/>
      <dgm:spPr/>
    </dgm:pt>
    <dgm:pt modelId="{E74BF13E-5602-4390-83DF-1881D72E2497}" type="pres">
      <dgm:prSet presAssocID="{0F3154AD-A4FD-49C3-962C-B7C9D90E62D1}" presName="parTx" presStyleLbl="revTx" presStyleIdx="3" presStyleCnt="5">
        <dgm:presLayoutVars>
          <dgm:chMax val="0"/>
          <dgm:chPref val="0"/>
        </dgm:presLayoutVars>
      </dgm:prSet>
      <dgm:spPr/>
    </dgm:pt>
    <dgm:pt modelId="{EB48E8CC-459B-4D46-9389-FCB72ED78D08}" type="pres">
      <dgm:prSet presAssocID="{E9F4C1C7-3FC1-4A19-9EA7-25A958987A12}" presName="sibTrans" presStyleCnt="0"/>
      <dgm:spPr/>
    </dgm:pt>
    <dgm:pt modelId="{607948C4-798F-452F-AA26-8BE598E070AD}" type="pres">
      <dgm:prSet presAssocID="{32D3E091-0B47-46C2-B47F-719F1FE4CAA2}" presName="compNode" presStyleCnt="0"/>
      <dgm:spPr/>
    </dgm:pt>
    <dgm:pt modelId="{5A77E39C-095A-416A-839C-F42835C95D80}" type="pres">
      <dgm:prSet presAssocID="{32D3E091-0B47-46C2-B47F-719F1FE4CAA2}" presName="bgRect" presStyleLbl="bgShp" presStyleIdx="4" presStyleCnt="5"/>
      <dgm:spPr/>
    </dgm:pt>
    <dgm:pt modelId="{F2A6DBFB-35D2-4CA2-A2AA-33AF308F9206}" type="pres">
      <dgm:prSet presAssocID="{32D3E091-0B47-46C2-B47F-719F1FE4CAA2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F5C4AE0-5EE9-40DF-A8C3-1C615BC72A32}" type="pres">
      <dgm:prSet presAssocID="{32D3E091-0B47-46C2-B47F-719F1FE4CAA2}" presName="spaceRect" presStyleCnt="0"/>
      <dgm:spPr/>
    </dgm:pt>
    <dgm:pt modelId="{62819D0B-FEE0-4654-9E36-FC8203A2A6A6}" type="pres">
      <dgm:prSet presAssocID="{32D3E091-0B47-46C2-B47F-719F1FE4CAA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FEC855B-FC82-4D9B-8D16-D311FD4D9728}" type="presOf" srcId="{DD511679-26A7-4CF0-8706-A8BEB16C0275}" destId="{29ACFCD4-DD99-4A6A-BE1E-F05470B36812}" srcOrd="0" destOrd="0" presId="urn:microsoft.com/office/officeart/2018/2/layout/IconVerticalSolidList"/>
    <dgm:cxn modelId="{09853549-4B8D-47C9-A0C1-75DA6BCABB83}" srcId="{70129B48-FF97-4690-85D5-43DDAD62DA71}" destId="{28EB1B9B-41FC-4D83-8327-3B7DDBAFABDA}" srcOrd="1" destOrd="0" parTransId="{6824BE8E-A93F-429B-AD62-6DCCC12E64AD}" sibTransId="{6ACD2B5A-23A5-4B9F-AC17-72078AD74498}"/>
    <dgm:cxn modelId="{913A0D89-DFF8-41EB-A4DF-2E598E5D71C6}" srcId="{70129B48-FF97-4690-85D5-43DDAD62DA71}" destId="{32D3E091-0B47-46C2-B47F-719F1FE4CAA2}" srcOrd="4" destOrd="0" parTransId="{F9EC7210-9D61-46E1-9ADC-6D0453A5D909}" sibTransId="{228F0385-56C5-43B3-8BC7-7E87BF300ACC}"/>
    <dgm:cxn modelId="{E48724A1-9D98-4499-BFC0-3873FBC7971A}" srcId="{70129B48-FF97-4690-85D5-43DDAD62DA71}" destId="{DD511679-26A7-4CF0-8706-A8BEB16C0275}" srcOrd="2" destOrd="0" parTransId="{89D2861C-AAC1-4464-9921-0AAF235F09E4}" sibTransId="{697D623A-E043-418D-98D2-DF8B0C0F92AF}"/>
    <dgm:cxn modelId="{8321A0AB-714D-4401-A12D-B65F95462E05}" type="presOf" srcId="{70129B48-FF97-4690-85D5-43DDAD62DA71}" destId="{37E54603-B78F-437E-BF1F-1479B0FC969E}" srcOrd="0" destOrd="0" presId="urn:microsoft.com/office/officeart/2018/2/layout/IconVerticalSolidList"/>
    <dgm:cxn modelId="{D6259BAC-34B0-4612-BC3A-8EA3AFFAD002}" srcId="{70129B48-FF97-4690-85D5-43DDAD62DA71}" destId="{0F3154AD-A4FD-49C3-962C-B7C9D90E62D1}" srcOrd="3" destOrd="0" parTransId="{67E95B21-693F-4DB5-A511-5DA7E8E4FE6F}" sibTransId="{E9F4C1C7-3FC1-4A19-9EA7-25A958987A12}"/>
    <dgm:cxn modelId="{F8F9B1BD-C7C9-4FDD-B7CC-47248FDB243A}" type="presOf" srcId="{32D3E091-0B47-46C2-B47F-719F1FE4CAA2}" destId="{62819D0B-FEE0-4654-9E36-FC8203A2A6A6}" srcOrd="0" destOrd="0" presId="urn:microsoft.com/office/officeart/2018/2/layout/IconVerticalSolidList"/>
    <dgm:cxn modelId="{680ACCCD-0C79-4F6D-B819-148C30A71E41}" type="presOf" srcId="{28EB1B9B-41FC-4D83-8327-3B7DDBAFABDA}" destId="{080FCF2D-F0E5-49F3-B78E-FAEE00CFCAB0}" srcOrd="0" destOrd="0" presId="urn:microsoft.com/office/officeart/2018/2/layout/IconVerticalSolidList"/>
    <dgm:cxn modelId="{4A012EDB-A424-44F3-9B49-05089BCD0380}" type="presOf" srcId="{D80D72C3-F6FC-410F-AF9F-E89F403F6419}" destId="{F954139D-C01F-4781-B359-9822F046C99D}" srcOrd="0" destOrd="0" presId="urn:microsoft.com/office/officeart/2018/2/layout/IconVerticalSolidList"/>
    <dgm:cxn modelId="{5AA36BF2-4A0F-47F6-A238-1963535052FD}" type="presOf" srcId="{0F3154AD-A4FD-49C3-962C-B7C9D90E62D1}" destId="{E74BF13E-5602-4390-83DF-1881D72E2497}" srcOrd="0" destOrd="0" presId="urn:microsoft.com/office/officeart/2018/2/layout/IconVerticalSolidList"/>
    <dgm:cxn modelId="{E8E9BEF5-15A9-406B-A2B6-AF93D1AEE708}" srcId="{70129B48-FF97-4690-85D5-43DDAD62DA71}" destId="{D80D72C3-F6FC-410F-AF9F-E89F403F6419}" srcOrd="0" destOrd="0" parTransId="{A2736619-F73B-4CF4-962D-2F3CCB8474F1}" sibTransId="{935D7F00-6E6A-4CC6-8926-7351D581AFE8}"/>
    <dgm:cxn modelId="{5E52CF33-8056-45FE-A0EA-8B3FAD187F5C}" type="presParOf" srcId="{37E54603-B78F-437E-BF1F-1479B0FC969E}" destId="{81471679-2866-4E26-83DA-336E79D0D810}" srcOrd="0" destOrd="0" presId="urn:microsoft.com/office/officeart/2018/2/layout/IconVerticalSolidList"/>
    <dgm:cxn modelId="{81AADC2A-4EF2-4CCF-91DD-09AA0E13FE39}" type="presParOf" srcId="{81471679-2866-4E26-83DA-336E79D0D810}" destId="{B957C79C-BB61-4FAD-A96F-AC858E07F4B8}" srcOrd="0" destOrd="0" presId="urn:microsoft.com/office/officeart/2018/2/layout/IconVerticalSolidList"/>
    <dgm:cxn modelId="{553C2243-7A6A-4060-BDEC-0B2272B0A8E6}" type="presParOf" srcId="{81471679-2866-4E26-83DA-336E79D0D810}" destId="{F535E4D7-CCE4-4064-80B7-E9E1E34E9A19}" srcOrd="1" destOrd="0" presId="urn:microsoft.com/office/officeart/2018/2/layout/IconVerticalSolidList"/>
    <dgm:cxn modelId="{ECA591F0-FD82-4A1E-AC41-8404A70D3F96}" type="presParOf" srcId="{81471679-2866-4E26-83DA-336E79D0D810}" destId="{511E7B60-0726-411E-B474-6D007E738D20}" srcOrd="2" destOrd="0" presId="urn:microsoft.com/office/officeart/2018/2/layout/IconVerticalSolidList"/>
    <dgm:cxn modelId="{6340752A-C4E2-4B7A-B0A5-1FFD8E6BBE2D}" type="presParOf" srcId="{81471679-2866-4E26-83DA-336E79D0D810}" destId="{F954139D-C01F-4781-B359-9822F046C99D}" srcOrd="3" destOrd="0" presId="urn:microsoft.com/office/officeart/2018/2/layout/IconVerticalSolidList"/>
    <dgm:cxn modelId="{926F3CF8-3D91-43F3-B725-8BCED990AE0F}" type="presParOf" srcId="{37E54603-B78F-437E-BF1F-1479B0FC969E}" destId="{D2C65753-7525-4846-9D0F-CDC6FC6A6886}" srcOrd="1" destOrd="0" presId="urn:microsoft.com/office/officeart/2018/2/layout/IconVerticalSolidList"/>
    <dgm:cxn modelId="{309D7CE9-FE91-4A6B-B46A-FE1A9E1D7A4A}" type="presParOf" srcId="{37E54603-B78F-437E-BF1F-1479B0FC969E}" destId="{E8BEC063-F07D-4EF0-8D7B-491C24DBAFCD}" srcOrd="2" destOrd="0" presId="urn:microsoft.com/office/officeart/2018/2/layout/IconVerticalSolidList"/>
    <dgm:cxn modelId="{7E5AF435-74DF-4D8F-8E3C-E315A8D7FE3D}" type="presParOf" srcId="{E8BEC063-F07D-4EF0-8D7B-491C24DBAFCD}" destId="{2D9BD7EC-A7A5-4E1A-9D73-67F7B8A97C04}" srcOrd="0" destOrd="0" presId="urn:microsoft.com/office/officeart/2018/2/layout/IconVerticalSolidList"/>
    <dgm:cxn modelId="{DF14F0C3-5478-4B63-B5EE-B9CD67F3DE6C}" type="presParOf" srcId="{E8BEC063-F07D-4EF0-8D7B-491C24DBAFCD}" destId="{740DE5C8-828F-4AE6-9E95-827D384373AA}" srcOrd="1" destOrd="0" presId="urn:microsoft.com/office/officeart/2018/2/layout/IconVerticalSolidList"/>
    <dgm:cxn modelId="{35120BE1-8C1D-41EE-BE96-E2B11A7DF2FD}" type="presParOf" srcId="{E8BEC063-F07D-4EF0-8D7B-491C24DBAFCD}" destId="{B8965B75-DE37-496D-A498-EF34E93ACD98}" srcOrd="2" destOrd="0" presId="urn:microsoft.com/office/officeart/2018/2/layout/IconVerticalSolidList"/>
    <dgm:cxn modelId="{99D2E413-2727-46E8-9E73-F141EEE11873}" type="presParOf" srcId="{E8BEC063-F07D-4EF0-8D7B-491C24DBAFCD}" destId="{080FCF2D-F0E5-49F3-B78E-FAEE00CFCAB0}" srcOrd="3" destOrd="0" presId="urn:microsoft.com/office/officeart/2018/2/layout/IconVerticalSolidList"/>
    <dgm:cxn modelId="{A8122E17-1521-4D12-9B02-2E024CF183F8}" type="presParOf" srcId="{37E54603-B78F-437E-BF1F-1479B0FC969E}" destId="{5A1156BE-3392-4F66-8B20-FCB3B18880D0}" srcOrd="3" destOrd="0" presId="urn:microsoft.com/office/officeart/2018/2/layout/IconVerticalSolidList"/>
    <dgm:cxn modelId="{4B2D42FB-A9EA-4CDE-B156-E714811C0775}" type="presParOf" srcId="{37E54603-B78F-437E-BF1F-1479B0FC969E}" destId="{05E16EA5-AE8B-4E39-B7A9-0298CC58CEDB}" srcOrd="4" destOrd="0" presId="urn:microsoft.com/office/officeart/2018/2/layout/IconVerticalSolidList"/>
    <dgm:cxn modelId="{3F5EE1BA-E8B0-4EA3-97B0-EABCFE8F4E2A}" type="presParOf" srcId="{05E16EA5-AE8B-4E39-B7A9-0298CC58CEDB}" destId="{89CC5E99-5D3B-431E-94C7-BE5C812E75BF}" srcOrd="0" destOrd="0" presId="urn:microsoft.com/office/officeart/2018/2/layout/IconVerticalSolidList"/>
    <dgm:cxn modelId="{09CEFF91-5EC4-4DD5-90BA-5CC0F496D95E}" type="presParOf" srcId="{05E16EA5-AE8B-4E39-B7A9-0298CC58CEDB}" destId="{62C3863B-F7C3-4426-B3D3-E35420435D6A}" srcOrd="1" destOrd="0" presId="urn:microsoft.com/office/officeart/2018/2/layout/IconVerticalSolidList"/>
    <dgm:cxn modelId="{A90FB530-D753-4C97-BB1E-3CB72C4C18F1}" type="presParOf" srcId="{05E16EA5-AE8B-4E39-B7A9-0298CC58CEDB}" destId="{FE5BDD24-DF97-428B-AFAF-DF30F6C7A4F0}" srcOrd="2" destOrd="0" presId="urn:microsoft.com/office/officeart/2018/2/layout/IconVerticalSolidList"/>
    <dgm:cxn modelId="{BE017A4F-BA74-4046-B6AB-E30E1FBD0984}" type="presParOf" srcId="{05E16EA5-AE8B-4E39-B7A9-0298CC58CEDB}" destId="{29ACFCD4-DD99-4A6A-BE1E-F05470B36812}" srcOrd="3" destOrd="0" presId="urn:microsoft.com/office/officeart/2018/2/layout/IconVerticalSolidList"/>
    <dgm:cxn modelId="{F5A2959D-9FC9-4DBE-BDF0-A8A6285DCBB3}" type="presParOf" srcId="{37E54603-B78F-437E-BF1F-1479B0FC969E}" destId="{CF04AF4A-6DB6-4714-9CD2-55422FA1AD71}" srcOrd="5" destOrd="0" presId="urn:microsoft.com/office/officeart/2018/2/layout/IconVerticalSolidList"/>
    <dgm:cxn modelId="{684C444F-F4B6-4BF9-AA4B-5B7BE5CE8AA4}" type="presParOf" srcId="{37E54603-B78F-437E-BF1F-1479B0FC969E}" destId="{B5255AD3-4DD7-43C0-BC27-E6A90CD0BB0C}" srcOrd="6" destOrd="0" presId="urn:microsoft.com/office/officeart/2018/2/layout/IconVerticalSolidList"/>
    <dgm:cxn modelId="{3F61DEE2-79DD-4225-B9D5-FBCD72F0D201}" type="presParOf" srcId="{B5255AD3-4DD7-43C0-BC27-E6A90CD0BB0C}" destId="{41126270-4E15-4F15-988A-F168906191D9}" srcOrd="0" destOrd="0" presId="urn:microsoft.com/office/officeart/2018/2/layout/IconVerticalSolidList"/>
    <dgm:cxn modelId="{40702454-240C-40D6-9EC1-DD4137AD3F1A}" type="presParOf" srcId="{B5255AD3-4DD7-43C0-BC27-E6A90CD0BB0C}" destId="{097C435B-D819-47FE-A309-8477C6A08C78}" srcOrd="1" destOrd="0" presId="urn:microsoft.com/office/officeart/2018/2/layout/IconVerticalSolidList"/>
    <dgm:cxn modelId="{9846507E-A05D-46F2-86B0-E62FCD30E766}" type="presParOf" srcId="{B5255AD3-4DD7-43C0-BC27-E6A90CD0BB0C}" destId="{60B6A300-ED59-4FBF-A109-AFC587EB4B2C}" srcOrd="2" destOrd="0" presId="urn:microsoft.com/office/officeart/2018/2/layout/IconVerticalSolidList"/>
    <dgm:cxn modelId="{1F8F7772-3FB2-4289-B997-E6F35E0A48DF}" type="presParOf" srcId="{B5255AD3-4DD7-43C0-BC27-E6A90CD0BB0C}" destId="{E74BF13E-5602-4390-83DF-1881D72E2497}" srcOrd="3" destOrd="0" presId="urn:microsoft.com/office/officeart/2018/2/layout/IconVerticalSolidList"/>
    <dgm:cxn modelId="{4265006F-DACE-449B-88B0-260ACFF9EAF1}" type="presParOf" srcId="{37E54603-B78F-437E-BF1F-1479B0FC969E}" destId="{EB48E8CC-459B-4D46-9389-FCB72ED78D08}" srcOrd="7" destOrd="0" presId="urn:microsoft.com/office/officeart/2018/2/layout/IconVerticalSolidList"/>
    <dgm:cxn modelId="{EE1448F8-0EE3-4D63-B80F-491587158306}" type="presParOf" srcId="{37E54603-B78F-437E-BF1F-1479B0FC969E}" destId="{607948C4-798F-452F-AA26-8BE598E070AD}" srcOrd="8" destOrd="0" presId="urn:microsoft.com/office/officeart/2018/2/layout/IconVerticalSolidList"/>
    <dgm:cxn modelId="{0A7029D0-6DC8-4EFA-84C0-742059416CE2}" type="presParOf" srcId="{607948C4-798F-452F-AA26-8BE598E070AD}" destId="{5A77E39C-095A-416A-839C-F42835C95D80}" srcOrd="0" destOrd="0" presId="urn:microsoft.com/office/officeart/2018/2/layout/IconVerticalSolidList"/>
    <dgm:cxn modelId="{CBB10613-05C1-476B-97B2-EFE630CB915E}" type="presParOf" srcId="{607948C4-798F-452F-AA26-8BE598E070AD}" destId="{F2A6DBFB-35D2-4CA2-A2AA-33AF308F9206}" srcOrd="1" destOrd="0" presId="urn:microsoft.com/office/officeart/2018/2/layout/IconVerticalSolidList"/>
    <dgm:cxn modelId="{B3307401-8EA9-4884-B43B-BF28B125894B}" type="presParOf" srcId="{607948C4-798F-452F-AA26-8BE598E070AD}" destId="{2F5C4AE0-5EE9-40DF-A8C3-1C615BC72A32}" srcOrd="2" destOrd="0" presId="urn:microsoft.com/office/officeart/2018/2/layout/IconVerticalSolidList"/>
    <dgm:cxn modelId="{81EF761F-C6BC-47F4-A589-7C321F0A012E}" type="presParOf" srcId="{607948C4-798F-452F-AA26-8BE598E070AD}" destId="{62819D0B-FEE0-4654-9E36-FC8203A2A6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129B48-FF97-4690-85D5-43DDAD62DA7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0D72C3-F6FC-410F-AF9F-E89F403F641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 baseline="0" dirty="0" err="1"/>
            <a:t>VNet</a:t>
          </a:r>
          <a:r>
            <a:rPr lang="en-IN" b="0" i="0" baseline="0" dirty="0"/>
            <a:t> Separation &amp; Peering</a:t>
          </a:r>
          <a:endParaRPr lang="en-US" dirty="0"/>
        </a:p>
      </dgm:t>
    </dgm:pt>
    <dgm:pt modelId="{A2736619-F73B-4CF4-962D-2F3CCB8474F1}" type="parTrans" cxnId="{E8E9BEF5-15A9-406B-A2B6-AF93D1AEE708}">
      <dgm:prSet/>
      <dgm:spPr/>
      <dgm:t>
        <a:bodyPr/>
        <a:lstStyle/>
        <a:p>
          <a:endParaRPr lang="en-US"/>
        </a:p>
      </dgm:t>
    </dgm:pt>
    <dgm:pt modelId="{935D7F00-6E6A-4CC6-8926-7351D581AFE8}" type="sibTrans" cxnId="{E8E9BEF5-15A9-406B-A2B6-AF93D1AEE708}">
      <dgm:prSet/>
      <dgm:spPr/>
      <dgm:t>
        <a:bodyPr/>
        <a:lstStyle/>
        <a:p>
          <a:endParaRPr lang="en-US"/>
        </a:p>
      </dgm:t>
    </dgm:pt>
    <dgm:pt modelId="{28EB1B9B-41FC-4D83-8327-3B7DDBAFABD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 baseline="0" dirty="0"/>
            <a:t>Private Endpoints</a:t>
          </a:r>
          <a:endParaRPr lang="en-US" dirty="0"/>
        </a:p>
      </dgm:t>
    </dgm:pt>
    <dgm:pt modelId="{6824BE8E-A93F-429B-AD62-6DCCC12E64AD}" type="parTrans" cxnId="{09853549-4B8D-47C9-A0C1-75DA6BCABB83}">
      <dgm:prSet/>
      <dgm:spPr/>
      <dgm:t>
        <a:bodyPr/>
        <a:lstStyle/>
        <a:p>
          <a:endParaRPr lang="en-US"/>
        </a:p>
      </dgm:t>
    </dgm:pt>
    <dgm:pt modelId="{6ACD2B5A-23A5-4B9F-AC17-72078AD74498}" type="sibTrans" cxnId="{09853549-4B8D-47C9-A0C1-75DA6BCABB83}">
      <dgm:prSet/>
      <dgm:spPr/>
      <dgm:t>
        <a:bodyPr/>
        <a:lstStyle/>
        <a:p>
          <a:endParaRPr lang="en-US"/>
        </a:p>
      </dgm:t>
    </dgm:pt>
    <dgm:pt modelId="{DD511679-26A7-4CF0-8706-A8BEB16C027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 baseline="0" dirty="0"/>
            <a:t>Traffic Filtering</a:t>
          </a:r>
          <a:endParaRPr lang="en-US" dirty="0"/>
        </a:p>
      </dgm:t>
    </dgm:pt>
    <dgm:pt modelId="{89D2861C-AAC1-4464-9921-0AAF235F09E4}" type="parTrans" cxnId="{E48724A1-9D98-4499-BFC0-3873FBC7971A}">
      <dgm:prSet/>
      <dgm:spPr/>
      <dgm:t>
        <a:bodyPr/>
        <a:lstStyle/>
        <a:p>
          <a:endParaRPr lang="en-US"/>
        </a:p>
      </dgm:t>
    </dgm:pt>
    <dgm:pt modelId="{697D623A-E043-418D-98D2-DF8B0C0F92AF}" type="sibTrans" cxnId="{E48724A1-9D98-4499-BFC0-3873FBC7971A}">
      <dgm:prSet/>
      <dgm:spPr/>
      <dgm:t>
        <a:bodyPr/>
        <a:lstStyle/>
        <a:p>
          <a:endParaRPr lang="en-US"/>
        </a:p>
      </dgm:t>
    </dgm:pt>
    <dgm:pt modelId="{D2926AF4-2805-43AE-980F-C2D3B52D348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 baseline="0" dirty="0"/>
            <a:t>Private DNS Integration</a:t>
          </a:r>
          <a:endParaRPr lang="en-US" dirty="0"/>
        </a:p>
      </dgm:t>
    </dgm:pt>
    <dgm:pt modelId="{7D261099-CB2A-4A4E-99FE-412194194EA9}" type="parTrans" cxnId="{905AE32A-A9A5-4432-91AA-8934B2E832E5}">
      <dgm:prSet/>
      <dgm:spPr/>
      <dgm:t>
        <a:bodyPr/>
        <a:lstStyle/>
        <a:p>
          <a:endParaRPr lang="en-US"/>
        </a:p>
      </dgm:t>
    </dgm:pt>
    <dgm:pt modelId="{89C824AF-7413-45F1-8563-309B9D111401}" type="sibTrans" cxnId="{905AE32A-A9A5-4432-91AA-8934B2E832E5}">
      <dgm:prSet/>
      <dgm:spPr/>
      <dgm:t>
        <a:bodyPr/>
        <a:lstStyle/>
        <a:p>
          <a:endParaRPr lang="en-US"/>
        </a:p>
      </dgm:t>
    </dgm:pt>
    <dgm:pt modelId="{32D3E091-0B47-46C2-B47F-719F1FE4CAA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 baseline="0" dirty="0"/>
            <a:t>Virtual Network Integration</a:t>
          </a:r>
          <a:endParaRPr lang="en-US" dirty="0"/>
        </a:p>
      </dgm:t>
    </dgm:pt>
    <dgm:pt modelId="{F9EC7210-9D61-46E1-9ADC-6D0453A5D909}" type="parTrans" cxnId="{913A0D89-DFF8-41EB-A4DF-2E598E5D71C6}">
      <dgm:prSet/>
      <dgm:spPr/>
      <dgm:t>
        <a:bodyPr/>
        <a:lstStyle/>
        <a:p>
          <a:endParaRPr lang="en-US"/>
        </a:p>
      </dgm:t>
    </dgm:pt>
    <dgm:pt modelId="{228F0385-56C5-43B3-8BC7-7E87BF300ACC}" type="sibTrans" cxnId="{913A0D89-DFF8-41EB-A4DF-2E598E5D71C6}">
      <dgm:prSet/>
      <dgm:spPr/>
      <dgm:t>
        <a:bodyPr/>
        <a:lstStyle/>
        <a:p>
          <a:endParaRPr lang="en-US"/>
        </a:p>
      </dgm:t>
    </dgm:pt>
    <dgm:pt modelId="{37E54603-B78F-437E-BF1F-1479B0FC969E}" type="pres">
      <dgm:prSet presAssocID="{70129B48-FF97-4690-85D5-43DDAD62DA71}" presName="root" presStyleCnt="0">
        <dgm:presLayoutVars>
          <dgm:dir/>
          <dgm:resizeHandles val="exact"/>
        </dgm:presLayoutVars>
      </dgm:prSet>
      <dgm:spPr/>
    </dgm:pt>
    <dgm:pt modelId="{81471679-2866-4E26-83DA-336E79D0D810}" type="pres">
      <dgm:prSet presAssocID="{D80D72C3-F6FC-410F-AF9F-E89F403F6419}" presName="compNode" presStyleCnt="0"/>
      <dgm:spPr/>
    </dgm:pt>
    <dgm:pt modelId="{B957C79C-BB61-4FAD-A96F-AC858E07F4B8}" type="pres">
      <dgm:prSet presAssocID="{D80D72C3-F6FC-410F-AF9F-E89F403F6419}" presName="bgRect" presStyleLbl="bgShp" presStyleIdx="0" presStyleCnt="5"/>
      <dgm:spPr/>
    </dgm:pt>
    <dgm:pt modelId="{F535E4D7-CCE4-4064-80B7-E9E1E34E9A19}" type="pres">
      <dgm:prSet presAssocID="{D80D72C3-F6FC-410F-AF9F-E89F403F641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11E7B60-0726-411E-B474-6D007E738D20}" type="pres">
      <dgm:prSet presAssocID="{D80D72C3-F6FC-410F-AF9F-E89F403F6419}" presName="spaceRect" presStyleCnt="0"/>
      <dgm:spPr/>
    </dgm:pt>
    <dgm:pt modelId="{F954139D-C01F-4781-B359-9822F046C99D}" type="pres">
      <dgm:prSet presAssocID="{D80D72C3-F6FC-410F-AF9F-E89F403F6419}" presName="parTx" presStyleLbl="revTx" presStyleIdx="0" presStyleCnt="5">
        <dgm:presLayoutVars>
          <dgm:chMax val="0"/>
          <dgm:chPref val="0"/>
        </dgm:presLayoutVars>
      </dgm:prSet>
      <dgm:spPr/>
    </dgm:pt>
    <dgm:pt modelId="{D2C65753-7525-4846-9D0F-CDC6FC6A6886}" type="pres">
      <dgm:prSet presAssocID="{935D7F00-6E6A-4CC6-8926-7351D581AFE8}" presName="sibTrans" presStyleCnt="0"/>
      <dgm:spPr/>
    </dgm:pt>
    <dgm:pt modelId="{E8BEC063-F07D-4EF0-8D7B-491C24DBAFCD}" type="pres">
      <dgm:prSet presAssocID="{28EB1B9B-41FC-4D83-8327-3B7DDBAFABDA}" presName="compNode" presStyleCnt="0"/>
      <dgm:spPr/>
    </dgm:pt>
    <dgm:pt modelId="{2D9BD7EC-A7A5-4E1A-9D73-67F7B8A97C04}" type="pres">
      <dgm:prSet presAssocID="{28EB1B9B-41FC-4D83-8327-3B7DDBAFABDA}" presName="bgRect" presStyleLbl="bgShp" presStyleIdx="1" presStyleCnt="5"/>
      <dgm:spPr/>
    </dgm:pt>
    <dgm:pt modelId="{740DE5C8-828F-4AE6-9E95-827D384373AA}" type="pres">
      <dgm:prSet presAssocID="{28EB1B9B-41FC-4D83-8327-3B7DDBAFABD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8965B75-DE37-496D-A498-EF34E93ACD98}" type="pres">
      <dgm:prSet presAssocID="{28EB1B9B-41FC-4D83-8327-3B7DDBAFABDA}" presName="spaceRect" presStyleCnt="0"/>
      <dgm:spPr/>
    </dgm:pt>
    <dgm:pt modelId="{080FCF2D-F0E5-49F3-B78E-FAEE00CFCAB0}" type="pres">
      <dgm:prSet presAssocID="{28EB1B9B-41FC-4D83-8327-3B7DDBAFABDA}" presName="parTx" presStyleLbl="revTx" presStyleIdx="1" presStyleCnt="5">
        <dgm:presLayoutVars>
          <dgm:chMax val="0"/>
          <dgm:chPref val="0"/>
        </dgm:presLayoutVars>
      </dgm:prSet>
      <dgm:spPr/>
    </dgm:pt>
    <dgm:pt modelId="{5A1156BE-3392-4F66-8B20-FCB3B18880D0}" type="pres">
      <dgm:prSet presAssocID="{6ACD2B5A-23A5-4B9F-AC17-72078AD74498}" presName="sibTrans" presStyleCnt="0"/>
      <dgm:spPr/>
    </dgm:pt>
    <dgm:pt modelId="{05E16EA5-AE8B-4E39-B7A9-0298CC58CEDB}" type="pres">
      <dgm:prSet presAssocID="{DD511679-26A7-4CF0-8706-A8BEB16C0275}" presName="compNode" presStyleCnt="0"/>
      <dgm:spPr/>
    </dgm:pt>
    <dgm:pt modelId="{89CC5E99-5D3B-431E-94C7-BE5C812E75BF}" type="pres">
      <dgm:prSet presAssocID="{DD511679-26A7-4CF0-8706-A8BEB16C0275}" presName="bgRect" presStyleLbl="bgShp" presStyleIdx="2" presStyleCnt="5"/>
      <dgm:spPr/>
    </dgm:pt>
    <dgm:pt modelId="{62C3863B-F7C3-4426-B3D3-E35420435D6A}" type="pres">
      <dgm:prSet presAssocID="{DD511679-26A7-4CF0-8706-A8BEB16C027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E5BDD24-DF97-428B-AFAF-DF30F6C7A4F0}" type="pres">
      <dgm:prSet presAssocID="{DD511679-26A7-4CF0-8706-A8BEB16C0275}" presName="spaceRect" presStyleCnt="0"/>
      <dgm:spPr/>
    </dgm:pt>
    <dgm:pt modelId="{29ACFCD4-DD99-4A6A-BE1E-F05470B36812}" type="pres">
      <dgm:prSet presAssocID="{DD511679-26A7-4CF0-8706-A8BEB16C0275}" presName="parTx" presStyleLbl="revTx" presStyleIdx="2" presStyleCnt="5">
        <dgm:presLayoutVars>
          <dgm:chMax val="0"/>
          <dgm:chPref val="0"/>
        </dgm:presLayoutVars>
      </dgm:prSet>
      <dgm:spPr/>
    </dgm:pt>
    <dgm:pt modelId="{CF04AF4A-6DB6-4714-9CD2-55422FA1AD71}" type="pres">
      <dgm:prSet presAssocID="{697D623A-E043-418D-98D2-DF8B0C0F92AF}" presName="sibTrans" presStyleCnt="0"/>
      <dgm:spPr/>
    </dgm:pt>
    <dgm:pt modelId="{91F7476B-C89B-4120-A352-A91813A6DC66}" type="pres">
      <dgm:prSet presAssocID="{D2926AF4-2805-43AE-980F-C2D3B52D3485}" presName="compNode" presStyleCnt="0"/>
      <dgm:spPr/>
    </dgm:pt>
    <dgm:pt modelId="{16AE8679-A921-465B-8751-928CFFAF7E7C}" type="pres">
      <dgm:prSet presAssocID="{D2926AF4-2805-43AE-980F-C2D3B52D3485}" presName="bgRect" presStyleLbl="bgShp" presStyleIdx="3" presStyleCnt="5"/>
      <dgm:spPr/>
    </dgm:pt>
    <dgm:pt modelId="{0BA64F55-92EB-44AD-BC36-DDFC27DFFC27}" type="pres">
      <dgm:prSet presAssocID="{D2926AF4-2805-43AE-980F-C2D3B52D3485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9B6A11A-3D9C-49A8-A3B8-5ADAFE72BA69}" type="pres">
      <dgm:prSet presAssocID="{D2926AF4-2805-43AE-980F-C2D3B52D3485}" presName="spaceRect" presStyleCnt="0"/>
      <dgm:spPr/>
    </dgm:pt>
    <dgm:pt modelId="{FD478B0A-DAD8-418A-B052-5D99EF13ADCA}" type="pres">
      <dgm:prSet presAssocID="{D2926AF4-2805-43AE-980F-C2D3B52D3485}" presName="parTx" presStyleLbl="revTx" presStyleIdx="3" presStyleCnt="5">
        <dgm:presLayoutVars>
          <dgm:chMax val="0"/>
          <dgm:chPref val="0"/>
        </dgm:presLayoutVars>
      </dgm:prSet>
      <dgm:spPr/>
    </dgm:pt>
    <dgm:pt modelId="{CF273A4A-34E1-4138-9907-9FBF8D442EB2}" type="pres">
      <dgm:prSet presAssocID="{89C824AF-7413-45F1-8563-309B9D111401}" presName="sibTrans" presStyleCnt="0"/>
      <dgm:spPr/>
    </dgm:pt>
    <dgm:pt modelId="{607948C4-798F-452F-AA26-8BE598E070AD}" type="pres">
      <dgm:prSet presAssocID="{32D3E091-0B47-46C2-B47F-719F1FE4CAA2}" presName="compNode" presStyleCnt="0"/>
      <dgm:spPr/>
    </dgm:pt>
    <dgm:pt modelId="{5A77E39C-095A-416A-839C-F42835C95D80}" type="pres">
      <dgm:prSet presAssocID="{32D3E091-0B47-46C2-B47F-719F1FE4CAA2}" presName="bgRect" presStyleLbl="bgShp" presStyleIdx="4" presStyleCnt="5"/>
      <dgm:spPr/>
    </dgm:pt>
    <dgm:pt modelId="{F2A6DBFB-35D2-4CA2-A2AA-33AF308F9206}" type="pres">
      <dgm:prSet presAssocID="{32D3E091-0B47-46C2-B47F-719F1FE4CAA2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outline"/>
        </a:ext>
      </dgm:extLst>
    </dgm:pt>
    <dgm:pt modelId="{2F5C4AE0-5EE9-40DF-A8C3-1C615BC72A32}" type="pres">
      <dgm:prSet presAssocID="{32D3E091-0B47-46C2-B47F-719F1FE4CAA2}" presName="spaceRect" presStyleCnt="0"/>
      <dgm:spPr/>
    </dgm:pt>
    <dgm:pt modelId="{62819D0B-FEE0-4654-9E36-FC8203A2A6A6}" type="pres">
      <dgm:prSet presAssocID="{32D3E091-0B47-46C2-B47F-719F1FE4CAA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05AE32A-A9A5-4432-91AA-8934B2E832E5}" srcId="{70129B48-FF97-4690-85D5-43DDAD62DA71}" destId="{D2926AF4-2805-43AE-980F-C2D3B52D3485}" srcOrd="3" destOrd="0" parTransId="{7D261099-CB2A-4A4E-99FE-412194194EA9}" sibTransId="{89C824AF-7413-45F1-8563-309B9D111401}"/>
    <dgm:cxn modelId="{EFEC855B-FC82-4D9B-8D16-D311FD4D9728}" type="presOf" srcId="{DD511679-26A7-4CF0-8706-A8BEB16C0275}" destId="{29ACFCD4-DD99-4A6A-BE1E-F05470B36812}" srcOrd="0" destOrd="0" presId="urn:microsoft.com/office/officeart/2018/2/layout/IconVerticalSolidList"/>
    <dgm:cxn modelId="{09853549-4B8D-47C9-A0C1-75DA6BCABB83}" srcId="{70129B48-FF97-4690-85D5-43DDAD62DA71}" destId="{28EB1B9B-41FC-4D83-8327-3B7DDBAFABDA}" srcOrd="1" destOrd="0" parTransId="{6824BE8E-A93F-429B-AD62-6DCCC12E64AD}" sibTransId="{6ACD2B5A-23A5-4B9F-AC17-72078AD74498}"/>
    <dgm:cxn modelId="{913A0D89-DFF8-41EB-A4DF-2E598E5D71C6}" srcId="{70129B48-FF97-4690-85D5-43DDAD62DA71}" destId="{32D3E091-0B47-46C2-B47F-719F1FE4CAA2}" srcOrd="4" destOrd="0" parTransId="{F9EC7210-9D61-46E1-9ADC-6D0453A5D909}" sibTransId="{228F0385-56C5-43B3-8BC7-7E87BF300ACC}"/>
    <dgm:cxn modelId="{20DB569D-4E39-4BB5-9D12-124B585FC3F3}" type="presOf" srcId="{D2926AF4-2805-43AE-980F-C2D3B52D3485}" destId="{FD478B0A-DAD8-418A-B052-5D99EF13ADCA}" srcOrd="0" destOrd="0" presId="urn:microsoft.com/office/officeart/2018/2/layout/IconVerticalSolidList"/>
    <dgm:cxn modelId="{E48724A1-9D98-4499-BFC0-3873FBC7971A}" srcId="{70129B48-FF97-4690-85D5-43DDAD62DA71}" destId="{DD511679-26A7-4CF0-8706-A8BEB16C0275}" srcOrd="2" destOrd="0" parTransId="{89D2861C-AAC1-4464-9921-0AAF235F09E4}" sibTransId="{697D623A-E043-418D-98D2-DF8B0C0F92AF}"/>
    <dgm:cxn modelId="{8321A0AB-714D-4401-A12D-B65F95462E05}" type="presOf" srcId="{70129B48-FF97-4690-85D5-43DDAD62DA71}" destId="{37E54603-B78F-437E-BF1F-1479B0FC969E}" srcOrd="0" destOrd="0" presId="urn:microsoft.com/office/officeart/2018/2/layout/IconVerticalSolidList"/>
    <dgm:cxn modelId="{F8F9B1BD-C7C9-4FDD-B7CC-47248FDB243A}" type="presOf" srcId="{32D3E091-0B47-46C2-B47F-719F1FE4CAA2}" destId="{62819D0B-FEE0-4654-9E36-FC8203A2A6A6}" srcOrd="0" destOrd="0" presId="urn:microsoft.com/office/officeart/2018/2/layout/IconVerticalSolidList"/>
    <dgm:cxn modelId="{680ACCCD-0C79-4F6D-B819-148C30A71E41}" type="presOf" srcId="{28EB1B9B-41FC-4D83-8327-3B7DDBAFABDA}" destId="{080FCF2D-F0E5-49F3-B78E-FAEE00CFCAB0}" srcOrd="0" destOrd="0" presId="urn:microsoft.com/office/officeart/2018/2/layout/IconVerticalSolidList"/>
    <dgm:cxn modelId="{4A012EDB-A424-44F3-9B49-05089BCD0380}" type="presOf" srcId="{D80D72C3-F6FC-410F-AF9F-E89F403F6419}" destId="{F954139D-C01F-4781-B359-9822F046C99D}" srcOrd="0" destOrd="0" presId="urn:microsoft.com/office/officeart/2018/2/layout/IconVerticalSolidList"/>
    <dgm:cxn modelId="{E8E9BEF5-15A9-406B-A2B6-AF93D1AEE708}" srcId="{70129B48-FF97-4690-85D5-43DDAD62DA71}" destId="{D80D72C3-F6FC-410F-AF9F-E89F403F6419}" srcOrd="0" destOrd="0" parTransId="{A2736619-F73B-4CF4-962D-2F3CCB8474F1}" sibTransId="{935D7F00-6E6A-4CC6-8926-7351D581AFE8}"/>
    <dgm:cxn modelId="{5E52CF33-8056-45FE-A0EA-8B3FAD187F5C}" type="presParOf" srcId="{37E54603-B78F-437E-BF1F-1479B0FC969E}" destId="{81471679-2866-4E26-83DA-336E79D0D810}" srcOrd="0" destOrd="0" presId="urn:microsoft.com/office/officeart/2018/2/layout/IconVerticalSolidList"/>
    <dgm:cxn modelId="{81AADC2A-4EF2-4CCF-91DD-09AA0E13FE39}" type="presParOf" srcId="{81471679-2866-4E26-83DA-336E79D0D810}" destId="{B957C79C-BB61-4FAD-A96F-AC858E07F4B8}" srcOrd="0" destOrd="0" presId="urn:microsoft.com/office/officeart/2018/2/layout/IconVerticalSolidList"/>
    <dgm:cxn modelId="{553C2243-7A6A-4060-BDEC-0B2272B0A8E6}" type="presParOf" srcId="{81471679-2866-4E26-83DA-336E79D0D810}" destId="{F535E4D7-CCE4-4064-80B7-E9E1E34E9A19}" srcOrd="1" destOrd="0" presId="urn:microsoft.com/office/officeart/2018/2/layout/IconVerticalSolidList"/>
    <dgm:cxn modelId="{ECA591F0-FD82-4A1E-AC41-8404A70D3F96}" type="presParOf" srcId="{81471679-2866-4E26-83DA-336E79D0D810}" destId="{511E7B60-0726-411E-B474-6D007E738D20}" srcOrd="2" destOrd="0" presId="urn:microsoft.com/office/officeart/2018/2/layout/IconVerticalSolidList"/>
    <dgm:cxn modelId="{6340752A-C4E2-4B7A-B0A5-1FFD8E6BBE2D}" type="presParOf" srcId="{81471679-2866-4E26-83DA-336E79D0D810}" destId="{F954139D-C01F-4781-B359-9822F046C99D}" srcOrd="3" destOrd="0" presId="urn:microsoft.com/office/officeart/2018/2/layout/IconVerticalSolidList"/>
    <dgm:cxn modelId="{926F3CF8-3D91-43F3-B725-8BCED990AE0F}" type="presParOf" srcId="{37E54603-B78F-437E-BF1F-1479B0FC969E}" destId="{D2C65753-7525-4846-9D0F-CDC6FC6A6886}" srcOrd="1" destOrd="0" presId="urn:microsoft.com/office/officeart/2018/2/layout/IconVerticalSolidList"/>
    <dgm:cxn modelId="{309D7CE9-FE91-4A6B-B46A-FE1A9E1D7A4A}" type="presParOf" srcId="{37E54603-B78F-437E-BF1F-1479B0FC969E}" destId="{E8BEC063-F07D-4EF0-8D7B-491C24DBAFCD}" srcOrd="2" destOrd="0" presId="urn:microsoft.com/office/officeart/2018/2/layout/IconVerticalSolidList"/>
    <dgm:cxn modelId="{7E5AF435-74DF-4D8F-8E3C-E315A8D7FE3D}" type="presParOf" srcId="{E8BEC063-F07D-4EF0-8D7B-491C24DBAFCD}" destId="{2D9BD7EC-A7A5-4E1A-9D73-67F7B8A97C04}" srcOrd="0" destOrd="0" presId="urn:microsoft.com/office/officeart/2018/2/layout/IconVerticalSolidList"/>
    <dgm:cxn modelId="{DF14F0C3-5478-4B63-B5EE-B9CD67F3DE6C}" type="presParOf" srcId="{E8BEC063-F07D-4EF0-8D7B-491C24DBAFCD}" destId="{740DE5C8-828F-4AE6-9E95-827D384373AA}" srcOrd="1" destOrd="0" presId="urn:microsoft.com/office/officeart/2018/2/layout/IconVerticalSolidList"/>
    <dgm:cxn modelId="{35120BE1-8C1D-41EE-BE96-E2B11A7DF2FD}" type="presParOf" srcId="{E8BEC063-F07D-4EF0-8D7B-491C24DBAFCD}" destId="{B8965B75-DE37-496D-A498-EF34E93ACD98}" srcOrd="2" destOrd="0" presId="urn:microsoft.com/office/officeart/2018/2/layout/IconVerticalSolidList"/>
    <dgm:cxn modelId="{99D2E413-2727-46E8-9E73-F141EEE11873}" type="presParOf" srcId="{E8BEC063-F07D-4EF0-8D7B-491C24DBAFCD}" destId="{080FCF2D-F0E5-49F3-B78E-FAEE00CFCAB0}" srcOrd="3" destOrd="0" presId="urn:microsoft.com/office/officeart/2018/2/layout/IconVerticalSolidList"/>
    <dgm:cxn modelId="{A8122E17-1521-4D12-9B02-2E024CF183F8}" type="presParOf" srcId="{37E54603-B78F-437E-BF1F-1479B0FC969E}" destId="{5A1156BE-3392-4F66-8B20-FCB3B18880D0}" srcOrd="3" destOrd="0" presId="urn:microsoft.com/office/officeart/2018/2/layout/IconVerticalSolidList"/>
    <dgm:cxn modelId="{4B2D42FB-A9EA-4CDE-B156-E714811C0775}" type="presParOf" srcId="{37E54603-B78F-437E-BF1F-1479B0FC969E}" destId="{05E16EA5-AE8B-4E39-B7A9-0298CC58CEDB}" srcOrd="4" destOrd="0" presId="urn:microsoft.com/office/officeart/2018/2/layout/IconVerticalSolidList"/>
    <dgm:cxn modelId="{3F5EE1BA-E8B0-4EA3-97B0-EABCFE8F4E2A}" type="presParOf" srcId="{05E16EA5-AE8B-4E39-B7A9-0298CC58CEDB}" destId="{89CC5E99-5D3B-431E-94C7-BE5C812E75BF}" srcOrd="0" destOrd="0" presId="urn:microsoft.com/office/officeart/2018/2/layout/IconVerticalSolidList"/>
    <dgm:cxn modelId="{09CEFF91-5EC4-4DD5-90BA-5CC0F496D95E}" type="presParOf" srcId="{05E16EA5-AE8B-4E39-B7A9-0298CC58CEDB}" destId="{62C3863B-F7C3-4426-B3D3-E35420435D6A}" srcOrd="1" destOrd="0" presId="urn:microsoft.com/office/officeart/2018/2/layout/IconVerticalSolidList"/>
    <dgm:cxn modelId="{A90FB530-D753-4C97-BB1E-3CB72C4C18F1}" type="presParOf" srcId="{05E16EA5-AE8B-4E39-B7A9-0298CC58CEDB}" destId="{FE5BDD24-DF97-428B-AFAF-DF30F6C7A4F0}" srcOrd="2" destOrd="0" presId="urn:microsoft.com/office/officeart/2018/2/layout/IconVerticalSolidList"/>
    <dgm:cxn modelId="{BE017A4F-BA74-4046-B6AB-E30E1FBD0984}" type="presParOf" srcId="{05E16EA5-AE8B-4E39-B7A9-0298CC58CEDB}" destId="{29ACFCD4-DD99-4A6A-BE1E-F05470B36812}" srcOrd="3" destOrd="0" presId="urn:microsoft.com/office/officeart/2018/2/layout/IconVerticalSolidList"/>
    <dgm:cxn modelId="{F5A2959D-9FC9-4DBE-BDF0-A8A6285DCBB3}" type="presParOf" srcId="{37E54603-B78F-437E-BF1F-1479B0FC969E}" destId="{CF04AF4A-6DB6-4714-9CD2-55422FA1AD71}" srcOrd="5" destOrd="0" presId="urn:microsoft.com/office/officeart/2018/2/layout/IconVerticalSolidList"/>
    <dgm:cxn modelId="{DEA31BF3-9C94-4D94-93D7-D2147B41BC2A}" type="presParOf" srcId="{37E54603-B78F-437E-BF1F-1479B0FC969E}" destId="{91F7476B-C89B-4120-A352-A91813A6DC66}" srcOrd="6" destOrd="0" presId="urn:microsoft.com/office/officeart/2018/2/layout/IconVerticalSolidList"/>
    <dgm:cxn modelId="{D48B9100-DA8B-4B4D-A016-7460BF8FF51D}" type="presParOf" srcId="{91F7476B-C89B-4120-A352-A91813A6DC66}" destId="{16AE8679-A921-465B-8751-928CFFAF7E7C}" srcOrd="0" destOrd="0" presId="urn:microsoft.com/office/officeart/2018/2/layout/IconVerticalSolidList"/>
    <dgm:cxn modelId="{739DB099-4637-4FD1-9698-536DECE3BF2D}" type="presParOf" srcId="{91F7476B-C89B-4120-A352-A91813A6DC66}" destId="{0BA64F55-92EB-44AD-BC36-DDFC27DFFC27}" srcOrd="1" destOrd="0" presId="urn:microsoft.com/office/officeart/2018/2/layout/IconVerticalSolidList"/>
    <dgm:cxn modelId="{532B06A2-8FAC-496D-826B-8925703F3710}" type="presParOf" srcId="{91F7476B-C89B-4120-A352-A91813A6DC66}" destId="{F9B6A11A-3D9C-49A8-A3B8-5ADAFE72BA69}" srcOrd="2" destOrd="0" presId="urn:microsoft.com/office/officeart/2018/2/layout/IconVerticalSolidList"/>
    <dgm:cxn modelId="{2FB9D15B-8DAF-4C25-92D2-EBE540FD9CE4}" type="presParOf" srcId="{91F7476B-C89B-4120-A352-A91813A6DC66}" destId="{FD478B0A-DAD8-418A-B052-5D99EF13ADCA}" srcOrd="3" destOrd="0" presId="urn:microsoft.com/office/officeart/2018/2/layout/IconVerticalSolidList"/>
    <dgm:cxn modelId="{BFBA52C9-EA8D-4175-B316-D773EC4F1518}" type="presParOf" srcId="{37E54603-B78F-437E-BF1F-1479B0FC969E}" destId="{CF273A4A-34E1-4138-9907-9FBF8D442EB2}" srcOrd="7" destOrd="0" presId="urn:microsoft.com/office/officeart/2018/2/layout/IconVerticalSolidList"/>
    <dgm:cxn modelId="{EE1448F8-0EE3-4D63-B80F-491587158306}" type="presParOf" srcId="{37E54603-B78F-437E-BF1F-1479B0FC969E}" destId="{607948C4-798F-452F-AA26-8BE598E070AD}" srcOrd="8" destOrd="0" presId="urn:microsoft.com/office/officeart/2018/2/layout/IconVerticalSolidList"/>
    <dgm:cxn modelId="{0A7029D0-6DC8-4EFA-84C0-742059416CE2}" type="presParOf" srcId="{607948C4-798F-452F-AA26-8BE598E070AD}" destId="{5A77E39C-095A-416A-839C-F42835C95D80}" srcOrd="0" destOrd="0" presId="urn:microsoft.com/office/officeart/2018/2/layout/IconVerticalSolidList"/>
    <dgm:cxn modelId="{CBB10613-05C1-476B-97B2-EFE630CB915E}" type="presParOf" srcId="{607948C4-798F-452F-AA26-8BE598E070AD}" destId="{F2A6DBFB-35D2-4CA2-A2AA-33AF308F9206}" srcOrd="1" destOrd="0" presId="urn:microsoft.com/office/officeart/2018/2/layout/IconVerticalSolidList"/>
    <dgm:cxn modelId="{B3307401-8EA9-4884-B43B-BF28B125894B}" type="presParOf" srcId="{607948C4-798F-452F-AA26-8BE598E070AD}" destId="{2F5C4AE0-5EE9-40DF-A8C3-1C615BC72A32}" srcOrd="2" destOrd="0" presId="urn:microsoft.com/office/officeart/2018/2/layout/IconVerticalSolidList"/>
    <dgm:cxn modelId="{81EF761F-C6BC-47F4-A589-7C321F0A012E}" type="presParOf" srcId="{607948C4-798F-452F-AA26-8BE598E070AD}" destId="{62819D0B-FEE0-4654-9E36-FC8203A2A6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16A13C-19D2-486E-981F-05427D8AC82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0887A1A-179E-433B-B5FD-3D8C291978B2}">
      <dgm:prSet/>
      <dgm:spPr/>
      <dgm:t>
        <a:bodyPr/>
        <a:lstStyle/>
        <a:p>
          <a:r>
            <a:rPr lang="en-IN"/>
            <a:t>Resource group</a:t>
          </a:r>
          <a:endParaRPr lang="en-US"/>
        </a:p>
      </dgm:t>
    </dgm:pt>
    <dgm:pt modelId="{E3D2BA73-45C4-4363-A7B3-975D96A14015}" type="parTrans" cxnId="{E33DFACC-E950-472E-871D-280C23073EE8}">
      <dgm:prSet/>
      <dgm:spPr/>
      <dgm:t>
        <a:bodyPr/>
        <a:lstStyle/>
        <a:p>
          <a:endParaRPr lang="en-US"/>
        </a:p>
      </dgm:t>
    </dgm:pt>
    <dgm:pt modelId="{1D0644AE-A237-4501-B089-A7F3D5883B2E}" type="sibTrans" cxnId="{E33DFACC-E950-472E-871D-280C23073EE8}">
      <dgm:prSet/>
      <dgm:spPr/>
      <dgm:t>
        <a:bodyPr/>
        <a:lstStyle/>
        <a:p>
          <a:endParaRPr lang="en-US"/>
        </a:p>
      </dgm:t>
    </dgm:pt>
    <dgm:pt modelId="{AAFD1943-60A1-4833-9774-D60F4D8B8D67}">
      <dgm:prSet/>
      <dgm:spPr/>
      <dgm:t>
        <a:bodyPr/>
        <a:lstStyle/>
        <a:p>
          <a:r>
            <a:rPr lang="en-IN"/>
            <a:t>Virtual networks</a:t>
          </a:r>
          <a:endParaRPr lang="en-US"/>
        </a:p>
      </dgm:t>
    </dgm:pt>
    <dgm:pt modelId="{0966D510-D55E-4815-8C3E-F2BF34DD4980}" type="parTrans" cxnId="{8A147632-E0DB-4031-836E-3E7979FB2B70}">
      <dgm:prSet/>
      <dgm:spPr/>
      <dgm:t>
        <a:bodyPr/>
        <a:lstStyle/>
        <a:p>
          <a:endParaRPr lang="en-US"/>
        </a:p>
      </dgm:t>
    </dgm:pt>
    <dgm:pt modelId="{21577B2B-A1AF-4414-91BF-F3207138C6D6}" type="sibTrans" cxnId="{8A147632-E0DB-4031-836E-3E7979FB2B70}">
      <dgm:prSet/>
      <dgm:spPr/>
      <dgm:t>
        <a:bodyPr/>
        <a:lstStyle/>
        <a:p>
          <a:endParaRPr lang="en-US"/>
        </a:p>
      </dgm:t>
    </dgm:pt>
    <dgm:pt modelId="{9597D018-290B-4A7B-A1CD-F6582918DC04}">
      <dgm:prSet/>
      <dgm:spPr/>
      <dgm:t>
        <a:bodyPr/>
        <a:lstStyle/>
        <a:p>
          <a:r>
            <a:rPr lang="en-IN"/>
            <a:t>Subnets</a:t>
          </a:r>
          <a:endParaRPr lang="en-US"/>
        </a:p>
      </dgm:t>
    </dgm:pt>
    <dgm:pt modelId="{4C464D62-2361-44C0-B7E4-C9DA4D7E091E}" type="parTrans" cxnId="{E6BB2965-C5C3-48FB-9AE8-08567E5872A1}">
      <dgm:prSet/>
      <dgm:spPr/>
      <dgm:t>
        <a:bodyPr/>
        <a:lstStyle/>
        <a:p>
          <a:endParaRPr lang="en-US"/>
        </a:p>
      </dgm:t>
    </dgm:pt>
    <dgm:pt modelId="{DB84583C-606D-497E-BC08-2D8EE239E8E2}" type="sibTrans" cxnId="{E6BB2965-C5C3-48FB-9AE8-08567E5872A1}">
      <dgm:prSet/>
      <dgm:spPr/>
      <dgm:t>
        <a:bodyPr/>
        <a:lstStyle/>
        <a:p>
          <a:endParaRPr lang="en-US"/>
        </a:p>
      </dgm:t>
    </dgm:pt>
    <dgm:pt modelId="{F0D06118-433B-4AA8-BFB5-0B1DB2C899CA}">
      <dgm:prSet/>
      <dgm:spPr/>
      <dgm:t>
        <a:bodyPr/>
        <a:lstStyle/>
        <a:p>
          <a:r>
            <a:rPr lang="en-IN"/>
            <a:t>NSGs</a:t>
          </a:r>
          <a:endParaRPr lang="en-US"/>
        </a:p>
      </dgm:t>
    </dgm:pt>
    <dgm:pt modelId="{584A9355-BC6C-4C3E-9C83-9922D2597E69}" type="parTrans" cxnId="{4A522427-14BC-4BE1-B84D-C5440270F1CD}">
      <dgm:prSet/>
      <dgm:spPr/>
      <dgm:t>
        <a:bodyPr/>
        <a:lstStyle/>
        <a:p>
          <a:endParaRPr lang="en-US"/>
        </a:p>
      </dgm:t>
    </dgm:pt>
    <dgm:pt modelId="{7DECA21D-EE0C-4668-9336-753F6BF6A66E}" type="sibTrans" cxnId="{4A522427-14BC-4BE1-B84D-C5440270F1CD}">
      <dgm:prSet/>
      <dgm:spPr/>
      <dgm:t>
        <a:bodyPr/>
        <a:lstStyle/>
        <a:p>
          <a:endParaRPr lang="en-US"/>
        </a:p>
      </dgm:t>
    </dgm:pt>
    <dgm:pt modelId="{F5B4F632-424E-4CBC-B25C-D0B7D59C4B5C}">
      <dgm:prSet/>
      <dgm:spPr/>
      <dgm:t>
        <a:bodyPr/>
        <a:lstStyle/>
        <a:p>
          <a:r>
            <a:rPr lang="en-IN"/>
            <a:t>WAF v2</a:t>
          </a:r>
          <a:endParaRPr lang="en-US"/>
        </a:p>
      </dgm:t>
    </dgm:pt>
    <dgm:pt modelId="{204792D9-BD5F-486E-A760-3B50311A858F}" type="parTrans" cxnId="{335ADE3F-F10B-4E44-88EF-48325B72A850}">
      <dgm:prSet/>
      <dgm:spPr/>
      <dgm:t>
        <a:bodyPr/>
        <a:lstStyle/>
        <a:p>
          <a:endParaRPr lang="en-US"/>
        </a:p>
      </dgm:t>
    </dgm:pt>
    <dgm:pt modelId="{D6EF6EC8-43A1-465B-8CA9-4186FF084AA4}" type="sibTrans" cxnId="{335ADE3F-F10B-4E44-88EF-48325B72A850}">
      <dgm:prSet/>
      <dgm:spPr/>
      <dgm:t>
        <a:bodyPr/>
        <a:lstStyle/>
        <a:p>
          <a:endParaRPr lang="en-US"/>
        </a:p>
      </dgm:t>
    </dgm:pt>
    <dgm:pt modelId="{F1D45D72-A7A8-431E-A970-1A9AF0F06C5F}">
      <dgm:prSet/>
      <dgm:spPr/>
      <dgm:t>
        <a:bodyPr/>
        <a:lstStyle/>
        <a:p>
          <a:r>
            <a:rPr lang="en-IN"/>
            <a:t>Application gateway</a:t>
          </a:r>
          <a:endParaRPr lang="en-US"/>
        </a:p>
      </dgm:t>
    </dgm:pt>
    <dgm:pt modelId="{B362CDE3-97D6-4C5E-AA42-DAA1790B3437}" type="parTrans" cxnId="{23496F58-C390-424F-B5F4-6627656112DF}">
      <dgm:prSet/>
      <dgm:spPr/>
      <dgm:t>
        <a:bodyPr/>
        <a:lstStyle/>
        <a:p>
          <a:endParaRPr lang="en-US"/>
        </a:p>
      </dgm:t>
    </dgm:pt>
    <dgm:pt modelId="{585B7510-9761-47BA-A102-A207581C695D}" type="sibTrans" cxnId="{23496F58-C390-424F-B5F4-6627656112DF}">
      <dgm:prSet/>
      <dgm:spPr/>
      <dgm:t>
        <a:bodyPr/>
        <a:lstStyle/>
        <a:p>
          <a:endParaRPr lang="en-US"/>
        </a:p>
      </dgm:t>
    </dgm:pt>
    <dgm:pt modelId="{859B411E-0412-460C-9AF7-7AFF310C110E}">
      <dgm:prSet/>
      <dgm:spPr/>
      <dgm:t>
        <a:bodyPr/>
        <a:lstStyle/>
        <a:p>
          <a:r>
            <a:rPr lang="en-IN"/>
            <a:t>App Service</a:t>
          </a:r>
          <a:endParaRPr lang="en-US"/>
        </a:p>
      </dgm:t>
    </dgm:pt>
    <dgm:pt modelId="{DAB7ADE7-CA66-4477-9565-6AC2418DDC02}" type="parTrans" cxnId="{35FC6FB6-6152-409C-86DB-B2311DDA6596}">
      <dgm:prSet/>
      <dgm:spPr/>
      <dgm:t>
        <a:bodyPr/>
        <a:lstStyle/>
        <a:p>
          <a:endParaRPr lang="en-US"/>
        </a:p>
      </dgm:t>
    </dgm:pt>
    <dgm:pt modelId="{D0041991-1A7C-4B3C-BA17-74EDFBCA835B}" type="sibTrans" cxnId="{35FC6FB6-6152-409C-86DB-B2311DDA6596}">
      <dgm:prSet/>
      <dgm:spPr/>
      <dgm:t>
        <a:bodyPr/>
        <a:lstStyle/>
        <a:p>
          <a:endParaRPr lang="en-US"/>
        </a:p>
      </dgm:t>
    </dgm:pt>
    <dgm:pt modelId="{E37B20B0-D750-4A44-82D5-6901FCB097CE}">
      <dgm:prSet/>
      <dgm:spPr/>
      <dgm:t>
        <a:bodyPr/>
        <a:lstStyle/>
        <a:p>
          <a:r>
            <a:rPr lang="en-IN"/>
            <a:t>Private DNS Zones</a:t>
          </a:r>
          <a:endParaRPr lang="en-US"/>
        </a:p>
      </dgm:t>
    </dgm:pt>
    <dgm:pt modelId="{3FA20756-8C66-46D0-A2C8-F18F26832AE0}" type="parTrans" cxnId="{0512F8FA-7B2D-4423-8E41-04180EACEBA6}">
      <dgm:prSet/>
      <dgm:spPr/>
      <dgm:t>
        <a:bodyPr/>
        <a:lstStyle/>
        <a:p>
          <a:endParaRPr lang="en-US"/>
        </a:p>
      </dgm:t>
    </dgm:pt>
    <dgm:pt modelId="{9B6FAA42-12EC-4815-9B2C-0A8A466AE543}" type="sibTrans" cxnId="{0512F8FA-7B2D-4423-8E41-04180EACEBA6}">
      <dgm:prSet/>
      <dgm:spPr/>
      <dgm:t>
        <a:bodyPr/>
        <a:lstStyle/>
        <a:p>
          <a:endParaRPr lang="en-US"/>
        </a:p>
      </dgm:t>
    </dgm:pt>
    <dgm:pt modelId="{106C1297-C484-4190-B487-97CD93D9239D}">
      <dgm:prSet/>
      <dgm:spPr/>
      <dgm:t>
        <a:bodyPr/>
        <a:lstStyle/>
        <a:p>
          <a:r>
            <a:rPr lang="en-IN"/>
            <a:t>CosmosDB</a:t>
          </a:r>
          <a:endParaRPr lang="en-US"/>
        </a:p>
      </dgm:t>
    </dgm:pt>
    <dgm:pt modelId="{51A49D97-8BB8-4C04-9AEA-75141BB759F6}" type="parTrans" cxnId="{FA98F3DB-BA2E-4B8F-8BEF-2460C97F52D5}">
      <dgm:prSet/>
      <dgm:spPr/>
      <dgm:t>
        <a:bodyPr/>
        <a:lstStyle/>
        <a:p>
          <a:endParaRPr lang="en-US"/>
        </a:p>
      </dgm:t>
    </dgm:pt>
    <dgm:pt modelId="{43E5A6A4-445A-40DA-A936-551D9FA15F91}" type="sibTrans" cxnId="{FA98F3DB-BA2E-4B8F-8BEF-2460C97F52D5}">
      <dgm:prSet/>
      <dgm:spPr/>
      <dgm:t>
        <a:bodyPr/>
        <a:lstStyle/>
        <a:p>
          <a:endParaRPr lang="en-US"/>
        </a:p>
      </dgm:t>
    </dgm:pt>
    <dgm:pt modelId="{590637D3-410D-45EC-8055-AA8C22ACB74D}">
      <dgm:prSet/>
      <dgm:spPr/>
      <dgm:t>
        <a:bodyPr/>
        <a:lstStyle/>
        <a:p>
          <a:r>
            <a:rPr lang="en-IN"/>
            <a:t>StorageAccount</a:t>
          </a:r>
          <a:endParaRPr lang="en-US"/>
        </a:p>
      </dgm:t>
    </dgm:pt>
    <dgm:pt modelId="{49287AE9-16A8-44DC-B496-62B1F9BAB58F}" type="parTrans" cxnId="{F60AAFA3-1FC9-4BDB-B294-4AA3C5781A8B}">
      <dgm:prSet/>
      <dgm:spPr/>
      <dgm:t>
        <a:bodyPr/>
        <a:lstStyle/>
        <a:p>
          <a:endParaRPr lang="en-US"/>
        </a:p>
      </dgm:t>
    </dgm:pt>
    <dgm:pt modelId="{F19B552A-C806-450C-BFAA-437735CEED11}" type="sibTrans" cxnId="{F60AAFA3-1FC9-4BDB-B294-4AA3C5781A8B}">
      <dgm:prSet/>
      <dgm:spPr/>
      <dgm:t>
        <a:bodyPr/>
        <a:lstStyle/>
        <a:p>
          <a:endParaRPr lang="en-US"/>
        </a:p>
      </dgm:t>
    </dgm:pt>
    <dgm:pt modelId="{EAE35137-4955-446D-94B0-3F4E4F510FCA}" type="pres">
      <dgm:prSet presAssocID="{A616A13C-19D2-486E-981F-05427D8AC827}" presName="linear" presStyleCnt="0">
        <dgm:presLayoutVars>
          <dgm:animLvl val="lvl"/>
          <dgm:resizeHandles val="exact"/>
        </dgm:presLayoutVars>
      </dgm:prSet>
      <dgm:spPr/>
    </dgm:pt>
    <dgm:pt modelId="{7402E45B-5E50-4754-A4E5-29A6B0277599}" type="pres">
      <dgm:prSet presAssocID="{00887A1A-179E-433B-B5FD-3D8C291978B2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B8EAD55B-0BE3-4F09-8D43-6A5F98C74DBB}" type="pres">
      <dgm:prSet presAssocID="{1D0644AE-A237-4501-B089-A7F3D5883B2E}" presName="spacer" presStyleCnt="0"/>
      <dgm:spPr/>
    </dgm:pt>
    <dgm:pt modelId="{776B6269-B0FB-4517-8C13-FB69624278CE}" type="pres">
      <dgm:prSet presAssocID="{AAFD1943-60A1-4833-9774-D60F4D8B8D67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A9D3C757-3B05-4086-B60D-34101E7A77C3}" type="pres">
      <dgm:prSet presAssocID="{21577B2B-A1AF-4414-91BF-F3207138C6D6}" presName="spacer" presStyleCnt="0"/>
      <dgm:spPr/>
    </dgm:pt>
    <dgm:pt modelId="{E874124B-B500-4EDF-8234-6B3543C8DF63}" type="pres">
      <dgm:prSet presAssocID="{9597D018-290B-4A7B-A1CD-F6582918DC04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CCAE71C9-4F62-4CFB-896A-4E2E6F8246A6}" type="pres">
      <dgm:prSet presAssocID="{DB84583C-606D-497E-BC08-2D8EE239E8E2}" presName="spacer" presStyleCnt="0"/>
      <dgm:spPr/>
    </dgm:pt>
    <dgm:pt modelId="{C4975047-E2F6-444E-B2BE-0A69748E6771}" type="pres">
      <dgm:prSet presAssocID="{F0D06118-433B-4AA8-BFB5-0B1DB2C899CA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A2B6A13C-53CF-44CD-8327-21990E97ECD3}" type="pres">
      <dgm:prSet presAssocID="{7DECA21D-EE0C-4668-9336-753F6BF6A66E}" presName="spacer" presStyleCnt="0"/>
      <dgm:spPr/>
    </dgm:pt>
    <dgm:pt modelId="{3BE1B7E0-3EE9-49FD-B1E3-E108BB9E5AAA}" type="pres">
      <dgm:prSet presAssocID="{F5B4F632-424E-4CBC-B25C-D0B7D59C4B5C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0B8A4665-58D5-4E82-A114-1FBA95C3BD6C}" type="pres">
      <dgm:prSet presAssocID="{D6EF6EC8-43A1-465B-8CA9-4186FF084AA4}" presName="spacer" presStyleCnt="0"/>
      <dgm:spPr/>
    </dgm:pt>
    <dgm:pt modelId="{A0F69E3B-A6D9-457F-89AE-F816CBA03114}" type="pres">
      <dgm:prSet presAssocID="{F1D45D72-A7A8-431E-A970-1A9AF0F06C5F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EBDB0FE3-AA9E-47CA-8AD0-5C4AB228B0C4}" type="pres">
      <dgm:prSet presAssocID="{585B7510-9761-47BA-A102-A207581C695D}" presName="spacer" presStyleCnt="0"/>
      <dgm:spPr/>
    </dgm:pt>
    <dgm:pt modelId="{1FEC14BB-6A04-49C2-B46E-97162B430B47}" type="pres">
      <dgm:prSet presAssocID="{859B411E-0412-460C-9AF7-7AFF310C110E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4792D48C-3F94-44E6-9644-AFCCF1D62CE5}" type="pres">
      <dgm:prSet presAssocID="{D0041991-1A7C-4B3C-BA17-74EDFBCA835B}" presName="spacer" presStyleCnt="0"/>
      <dgm:spPr/>
    </dgm:pt>
    <dgm:pt modelId="{C31C4EFA-DE47-49A4-BB4E-B1154FB063DD}" type="pres">
      <dgm:prSet presAssocID="{E37B20B0-D750-4A44-82D5-6901FCB097CE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10837E1B-C610-413D-8F59-866ABABCF288}" type="pres">
      <dgm:prSet presAssocID="{9B6FAA42-12EC-4815-9B2C-0A8A466AE543}" presName="spacer" presStyleCnt="0"/>
      <dgm:spPr/>
    </dgm:pt>
    <dgm:pt modelId="{2943EAD3-AF0A-484E-BCF1-522E29E1EE4A}" type="pres">
      <dgm:prSet presAssocID="{106C1297-C484-4190-B487-97CD93D9239D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4829E4F8-DDF6-44FB-B772-432EB6C6FB1A}" type="pres">
      <dgm:prSet presAssocID="{43E5A6A4-445A-40DA-A936-551D9FA15F91}" presName="spacer" presStyleCnt="0"/>
      <dgm:spPr/>
    </dgm:pt>
    <dgm:pt modelId="{B6444EBB-AC6C-4C89-A241-8E8FE3B419A8}" type="pres">
      <dgm:prSet presAssocID="{590637D3-410D-45EC-8055-AA8C22ACB74D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E160F01F-31FA-412C-90FF-2DEAC241D7A8}" type="presOf" srcId="{F0D06118-433B-4AA8-BFB5-0B1DB2C899CA}" destId="{C4975047-E2F6-444E-B2BE-0A69748E6771}" srcOrd="0" destOrd="0" presId="urn:microsoft.com/office/officeart/2005/8/layout/vList2"/>
    <dgm:cxn modelId="{4A522427-14BC-4BE1-B84D-C5440270F1CD}" srcId="{A616A13C-19D2-486E-981F-05427D8AC827}" destId="{F0D06118-433B-4AA8-BFB5-0B1DB2C899CA}" srcOrd="3" destOrd="0" parTransId="{584A9355-BC6C-4C3E-9C83-9922D2597E69}" sibTransId="{7DECA21D-EE0C-4668-9336-753F6BF6A66E}"/>
    <dgm:cxn modelId="{8A147632-E0DB-4031-836E-3E7979FB2B70}" srcId="{A616A13C-19D2-486E-981F-05427D8AC827}" destId="{AAFD1943-60A1-4833-9774-D60F4D8B8D67}" srcOrd="1" destOrd="0" parTransId="{0966D510-D55E-4815-8C3E-F2BF34DD4980}" sibTransId="{21577B2B-A1AF-4414-91BF-F3207138C6D6}"/>
    <dgm:cxn modelId="{602BC432-9233-455B-88CA-EF3DAFA0582C}" type="presOf" srcId="{F5B4F632-424E-4CBC-B25C-D0B7D59C4B5C}" destId="{3BE1B7E0-3EE9-49FD-B1E3-E108BB9E5AAA}" srcOrd="0" destOrd="0" presId="urn:microsoft.com/office/officeart/2005/8/layout/vList2"/>
    <dgm:cxn modelId="{335ADE3F-F10B-4E44-88EF-48325B72A850}" srcId="{A616A13C-19D2-486E-981F-05427D8AC827}" destId="{F5B4F632-424E-4CBC-B25C-D0B7D59C4B5C}" srcOrd="4" destOrd="0" parTransId="{204792D9-BD5F-486E-A760-3B50311A858F}" sibTransId="{D6EF6EC8-43A1-465B-8CA9-4186FF084AA4}"/>
    <dgm:cxn modelId="{A6F9F53F-93A0-40BE-A911-DD2DAAF67933}" type="presOf" srcId="{590637D3-410D-45EC-8055-AA8C22ACB74D}" destId="{B6444EBB-AC6C-4C89-A241-8E8FE3B419A8}" srcOrd="0" destOrd="0" presId="urn:microsoft.com/office/officeart/2005/8/layout/vList2"/>
    <dgm:cxn modelId="{D33A9441-D1FE-46AC-9BFB-FA5EBD4FBFA5}" type="presOf" srcId="{106C1297-C484-4190-B487-97CD93D9239D}" destId="{2943EAD3-AF0A-484E-BCF1-522E29E1EE4A}" srcOrd="0" destOrd="0" presId="urn:microsoft.com/office/officeart/2005/8/layout/vList2"/>
    <dgm:cxn modelId="{E6BB2965-C5C3-48FB-9AE8-08567E5872A1}" srcId="{A616A13C-19D2-486E-981F-05427D8AC827}" destId="{9597D018-290B-4A7B-A1CD-F6582918DC04}" srcOrd="2" destOrd="0" parTransId="{4C464D62-2361-44C0-B7E4-C9DA4D7E091E}" sibTransId="{DB84583C-606D-497E-BC08-2D8EE239E8E2}"/>
    <dgm:cxn modelId="{3FC0FA48-B9D3-4854-84C2-6536FEA3E58C}" type="presOf" srcId="{859B411E-0412-460C-9AF7-7AFF310C110E}" destId="{1FEC14BB-6A04-49C2-B46E-97162B430B47}" srcOrd="0" destOrd="0" presId="urn:microsoft.com/office/officeart/2005/8/layout/vList2"/>
    <dgm:cxn modelId="{11B48E71-0925-4886-A370-F280785C9C07}" type="presOf" srcId="{9597D018-290B-4A7B-A1CD-F6582918DC04}" destId="{E874124B-B500-4EDF-8234-6B3543C8DF63}" srcOrd="0" destOrd="0" presId="urn:microsoft.com/office/officeart/2005/8/layout/vList2"/>
    <dgm:cxn modelId="{23496F58-C390-424F-B5F4-6627656112DF}" srcId="{A616A13C-19D2-486E-981F-05427D8AC827}" destId="{F1D45D72-A7A8-431E-A970-1A9AF0F06C5F}" srcOrd="5" destOrd="0" parTransId="{B362CDE3-97D6-4C5E-AA42-DAA1790B3437}" sibTransId="{585B7510-9761-47BA-A102-A207581C695D}"/>
    <dgm:cxn modelId="{C9FAB98B-7A47-4C48-A698-D932528891B6}" type="presOf" srcId="{AAFD1943-60A1-4833-9774-D60F4D8B8D67}" destId="{776B6269-B0FB-4517-8C13-FB69624278CE}" srcOrd="0" destOrd="0" presId="urn:microsoft.com/office/officeart/2005/8/layout/vList2"/>
    <dgm:cxn modelId="{4B3D798D-F1A1-4597-9158-8A668942E285}" type="presOf" srcId="{E37B20B0-D750-4A44-82D5-6901FCB097CE}" destId="{C31C4EFA-DE47-49A4-BB4E-B1154FB063DD}" srcOrd="0" destOrd="0" presId="urn:microsoft.com/office/officeart/2005/8/layout/vList2"/>
    <dgm:cxn modelId="{F60AAFA3-1FC9-4BDB-B294-4AA3C5781A8B}" srcId="{A616A13C-19D2-486E-981F-05427D8AC827}" destId="{590637D3-410D-45EC-8055-AA8C22ACB74D}" srcOrd="9" destOrd="0" parTransId="{49287AE9-16A8-44DC-B496-62B1F9BAB58F}" sibTransId="{F19B552A-C806-450C-BFAA-437735CEED11}"/>
    <dgm:cxn modelId="{BA6032AB-FFFF-4FAC-AF97-4B04A655741B}" type="presOf" srcId="{F1D45D72-A7A8-431E-A970-1A9AF0F06C5F}" destId="{A0F69E3B-A6D9-457F-89AE-F816CBA03114}" srcOrd="0" destOrd="0" presId="urn:microsoft.com/office/officeart/2005/8/layout/vList2"/>
    <dgm:cxn modelId="{35FC6FB6-6152-409C-86DB-B2311DDA6596}" srcId="{A616A13C-19D2-486E-981F-05427D8AC827}" destId="{859B411E-0412-460C-9AF7-7AFF310C110E}" srcOrd="6" destOrd="0" parTransId="{DAB7ADE7-CA66-4477-9565-6AC2418DDC02}" sibTransId="{D0041991-1A7C-4B3C-BA17-74EDFBCA835B}"/>
    <dgm:cxn modelId="{99161FBC-E9BD-4882-9479-2EA2771271A2}" type="presOf" srcId="{00887A1A-179E-433B-B5FD-3D8C291978B2}" destId="{7402E45B-5E50-4754-A4E5-29A6B0277599}" srcOrd="0" destOrd="0" presId="urn:microsoft.com/office/officeart/2005/8/layout/vList2"/>
    <dgm:cxn modelId="{E33DFACC-E950-472E-871D-280C23073EE8}" srcId="{A616A13C-19D2-486E-981F-05427D8AC827}" destId="{00887A1A-179E-433B-B5FD-3D8C291978B2}" srcOrd="0" destOrd="0" parTransId="{E3D2BA73-45C4-4363-A7B3-975D96A14015}" sibTransId="{1D0644AE-A237-4501-B089-A7F3D5883B2E}"/>
    <dgm:cxn modelId="{FA98F3DB-BA2E-4B8F-8BEF-2460C97F52D5}" srcId="{A616A13C-19D2-486E-981F-05427D8AC827}" destId="{106C1297-C484-4190-B487-97CD93D9239D}" srcOrd="8" destOrd="0" parTransId="{51A49D97-8BB8-4C04-9AEA-75141BB759F6}" sibTransId="{43E5A6A4-445A-40DA-A936-551D9FA15F91}"/>
    <dgm:cxn modelId="{CC0F53F7-93FE-405C-AB9F-211AF9790EAF}" type="presOf" srcId="{A616A13C-19D2-486E-981F-05427D8AC827}" destId="{EAE35137-4955-446D-94B0-3F4E4F510FCA}" srcOrd="0" destOrd="0" presId="urn:microsoft.com/office/officeart/2005/8/layout/vList2"/>
    <dgm:cxn modelId="{0512F8FA-7B2D-4423-8E41-04180EACEBA6}" srcId="{A616A13C-19D2-486E-981F-05427D8AC827}" destId="{E37B20B0-D750-4A44-82D5-6901FCB097CE}" srcOrd="7" destOrd="0" parTransId="{3FA20756-8C66-46D0-A2C8-F18F26832AE0}" sibTransId="{9B6FAA42-12EC-4815-9B2C-0A8A466AE543}"/>
    <dgm:cxn modelId="{530E8488-1AD5-4485-925F-92E34C66CA2D}" type="presParOf" srcId="{EAE35137-4955-446D-94B0-3F4E4F510FCA}" destId="{7402E45B-5E50-4754-A4E5-29A6B0277599}" srcOrd="0" destOrd="0" presId="urn:microsoft.com/office/officeart/2005/8/layout/vList2"/>
    <dgm:cxn modelId="{A2EFCD73-F906-416D-B754-DE17B7E50713}" type="presParOf" srcId="{EAE35137-4955-446D-94B0-3F4E4F510FCA}" destId="{B8EAD55B-0BE3-4F09-8D43-6A5F98C74DBB}" srcOrd="1" destOrd="0" presId="urn:microsoft.com/office/officeart/2005/8/layout/vList2"/>
    <dgm:cxn modelId="{AAC9B19E-FA73-4A67-AC9F-0FFA3E2FBA1F}" type="presParOf" srcId="{EAE35137-4955-446D-94B0-3F4E4F510FCA}" destId="{776B6269-B0FB-4517-8C13-FB69624278CE}" srcOrd="2" destOrd="0" presId="urn:microsoft.com/office/officeart/2005/8/layout/vList2"/>
    <dgm:cxn modelId="{C547761B-123D-4BF0-9FFE-51824397377C}" type="presParOf" srcId="{EAE35137-4955-446D-94B0-3F4E4F510FCA}" destId="{A9D3C757-3B05-4086-B60D-34101E7A77C3}" srcOrd="3" destOrd="0" presId="urn:microsoft.com/office/officeart/2005/8/layout/vList2"/>
    <dgm:cxn modelId="{FF5D5C38-0EC5-4A4B-9E83-004AB3E9FC05}" type="presParOf" srcId="{EAE35137-4955-446D-94B0-3F4E4F510FCA}" destId="{E874124B-B500-4EDF-8234-6B3543C8DF63}" srcOrd="4" destOrd="0" presId="urn:microsoft.com/office/officeart/2005/8/layout/vList2"/>
    <dgm:cxn modelId="{75C368D4-BA98-42DD-BA75-BC22B24A2683}" type="presParOf" srcId="{EAE35137-4955-446D-94B0-3F4E4F510FCA}" destId="{CCAE71C9-4F62-4CFB-896A-4E2E6F8246A6}" srcOrd="5" destOrd="0" presId="urn:microsoft.com/office/officeart/2005/8/layout/vList2"/>
    <dgm:cxn modelId="{AD7D6FA0-FE7F-4655-A0AA-C163ED9A75C9}" type="presParOf" srcId="{EAE35137-4955-446D-94B0-3F4E4F510FCA}" destId="{C4975047-E2F6-444E-B2BE-0A69748E6771}" srcOrd="6" destOrd="0" presId="urn:microsoft.com/office/officeart/2005/8/layout/vList2"/>
    <dgm:cxn modelId="{C9ACB861-4ADA-4169-B27A-60F170B390C2}" type="presParOf" srcId="{EAE35137-4955-446D-94B0-3F4E4F510FCA}" destId="{A2B6A13C-53CF-44CD-8327-21990E97ECD3}" srcOrd="7" destOrd="0" presId="urn:microsoft.com/office/officeart/2005/8/layout/vList2"/>
    <dgm:cxn modelId="{FA532F2B-A06D-4B3F-A064-E2A5367FF755}" type="presParOf" srcId="{EAE35137-4955-446D-94B0-3F4E4F510FCA}" destId="{3BE1B7E0-3EE9-49FD-B1E3-E108BB9E5AAA}" srcOrd="8" destOrd="0" presId="urn:microsoft.com/office/officeart/2005/8/layout/vList2"/>
    <dgm:cxn modelId="{E0CEF567-F4A4-4DE2-89DB-AC179BE735D1}" type="presParOf" srcId="{EAE35137-4955-446D-94B0-3F4E4F510FCA}" destId="{0B8A4665-58D5-4E82-A114-1FBA95C3BD6C}" srcOrd="9" destOrd="0" presId="urn:microsoft.com/office/officeart/2005/8/layout/vList2"/>
    <dgm:cxn modelId="{FE1050DD-D4CB-4771-87E7-EE5EA090FE42}" type="presParOf" srcId="{EAE35137-4955-446D-94B0-3F4E4F510FCA}" destId="{A0F69E3B-A6D9-457F-89AE-F816CBA03114}" srcOrd="10" destOrd="0" presId="urn:microsoft.com/office/officeart/2005/8/layout/vList2"/>
    <dgm:cxn modelId="{D80198AB-98FF-46FC-B747-628BC4CC27D2}" type="presParOf" srcId="{EAE35137-4955-446D-94B0-3F4E4F510FCA}" destId="{EBDB0FE3-AA9E-47CA-8AD0-5C4AB228B0C4}" srcOrd="11" destOrd="0" presId="urn:microsoft.com/office/officeart/2005/8/layout/vList2"/>
    <dgm:cxn modelId="{ABF5D2F2-10C1-4370-8AA7-8FFD917BCD4F}" type="presParOf" srcId="{EAE35137-4955-446D-94B0-3F4E4F510FCA}" destId="{1FEC14BB-6A04-49C2-B46E-97162B430B47}" srcOrd="12" destOrd="0" presId="urn:microsoft.com/office/officeart/2005/8/layout/vList2"/>
    <dgm:cxn modelId="{E26CE060-65AD-4A1A-9985-34CDCBF662C8}" type="presParOf" srcId="{EAE35137-4955-446D-94B0-3F4E4F510FCA}" destId="{4792D48C-3F94-44E6-9644-AFCCF1D62CE5}" srcOrd="13" destOrd="0" presId="urn:microsoft.com/office/officeart/2005/8/layout/vList2"/>
    <dgm:cxn modelId="{E7662D29-BA53-4730-ACD7-889D6D9E2484}" type="presParOf" srcId="{EAE35137-4955-446D-94B0-3F4E4F510FCA}" destId="{C31C4EFA-DE47-49A4-BB4E-B1154FB063DD}" srcOrd="14" destOrd="0" presId="urn:microsoft.com/office/officeart/2005/8/layout/vList2"/>
    <dgm:cxn modelId="{0B352767-76B4-4AAF-B629-01DF8C52A668}" type="presParOf" srcId="{EAE35137-4955-446D-94B0-3F4E4F510FCA}" destId="{10837E1B-C610-413D-8F59-866ABABCF288}" srcOrd="15" destOrd="0" presId="urn:microsoft.com/office/officeart/2005/8/layout/vList2"/>
    <dgm:cxn modelId="{EF4BA279-679A-45DB-A2DB-00E68CE04FEB}" type="presParOf" srcId="{EAE35137-4955-446D-94B0-3F4E4F510FCA}" destId="{2943EAD3-AF0A-484E-BCF1-522E29E1EE4A}" srcOrd="16" destOrd="0" presId="urn:microsoft.com/office/officeart/2005/8/layout/vList2"/>
    <dgm:cxn modelId="{5A61C48B-7EEA-4991-8E04-1B330EFBA39A}" type="presParOf" srcId="{EAE35137-4955-446D-94B0-3F4E4F510FCA}" destId="{4829E4F8-DDF6-44FB-B772-432EB6C6FB1A}" srcOrd="17" destOrd="0" presId="urn:microsoft.com/office/officeart/2005/8/layout/vList2"/>
    <dgm:cxn modelId="{91C3A9EB-2042-457D-8212-33343EC0E5C4}" type="presParOf" srcId="{EAE35137-4955-446D-94B0-3F4E4F510FCA}" destId="{B6444EBB-AC6C-4C89-A241-8E8FE3B419A8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7C79C-BB61-4FAD-A96F-AC858E07F4B8}">
      <dsp:nvSpPr>
        <dsp:cNvPr id="0" name=""/>
        <dsp:cNvSpPr/>
      </dsp:nvSpPr>
      <dsp:spPr>
        <a:xfrm>
          <a:off x="0" y="3859"/>
          <a:ext cx="6957460" cy="822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35E4D7-CCE4-4064-80B7-E9E1E34E9A19}">
      <dsp:nvSpPr>
        <dsp:cNvPr id="0" name=""/>
        <dsp:cNvSpPr/>
      </dsp:nvSpPr>
      <dsp:spPr>
        <a:xfrm>
          <a:off x="248702" y="188845"/>
          <a:ext cx="452186" cy="4521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4139D-C01F-4781-B359-9822F046C99D}">
      <dsp:nvSpPr>
        <dsp:cNvPr id="0" name=""/>
        <dsp:cNvSpPr/>
      </dsp:nvSpPr>
      <dsp:spPr>
        <a:xfrm>
          <a:off x="949591" y="3859"/>
          <a:ext cx="6007868" cy="82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12" tIns="87012" rIns="87012" bIns="870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Infrastructure as Code </a:t>
          </a:r>
          <a:endParaRPr lang="en-US" sz="1900" kern="1200"/>
        </a:p>
      </dsp:txBody>
      <dsp:txXfrm>
        <a:off x="949591" y="3859"/>
        <a:ext cx="6007868" cy="822156"/>
      </dsp:txXfrm>
    </dsp:sp>
    <dsp:sp modelId="{2D9BD7EC-A7A5-4E1A-9D73-67F7B8A97C04}">
      <dsp:nvSpPr>
        <dsp:cNvPr id="0" name=""/>
        <dsp:cNvSpPr/>
      </dsp:nvSpPr>
      <dsp:spPr>
        <a:xfrm>
          <a:off x="0" y="1031555"/>
          <a:ext cx="6957460" cy="822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0DE5C8-828F-4AE6-9E95-827D384373AA}">
      <dsp:nvSpPr>
        <dsp:cNvPr id="0" name=""/>
        <dsp:cNvSpPr/>
      </dsp:nvSpPr>
      <dsp:spPr>
        <a:xfrm>
          <a:off x="248702" y="1216541"/>
          <a:ext cx="452186" cy="4521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0FCF2D-F0E5-49F3-B78E-FAEE00CFCAB0}">
      <dsp:nvSpPr>
        <dsp:cNvPr id="0" name=""/>
        <dsp:cNvSpPr/>
      </dsp:nvSpPr>
      <dsp:spPr>
        <a:xfrm>
          <a:off x="949591" y="1031555"/>
          <a:ext cx="6007868" cy="82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12" tIns="87012" rIns="87012" bIns="870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Containerized Deployment </a:t>
          </a:r>
          <a:endParaRPr lang="en-US" sz="1900" kern="1200"/>
        </a:p>
      </dsp:txBody>
      <dsp:txXfrm>
        <a:off x="949591" y="1031555"/>
        <a:ext cx="6007868" cy="822156"/>
      </dsp:txXfrm>
    </dsp:sp>
    <dsp:sp modelId="{89CC5E99-5D3B-431E-94C7-BE5C812E75BF}">
      <dsp:nvSpPr>
        <dsp:cNvPr id="0" name=""/>
        <dsp:cNvSpPr/>
      </dsp:nvSpPr>
      <dsp:spPr>
        <a:xfrm>
          <a:off x="0" y="2059252"/>
          <a:ext cx="6957460" cy="822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C3863B-F7C3-4426-B3D3-E35420435D6A}">
      <dsp:nvSpPr>
        <dsp:cNvPr id="0" name=""/>
        <dsp:cNvSpPr/>
      </dsp:nvSpPr>
      <dsp:spPr>
        <a:xfrm>
          <a:off x="248702" y="2244237"/>
          <a:ext cx="452186" cy="4521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CFCD4-DD99-4A6A-BE1E-F05470B36812}">
      <dsp:nvSpPr>
        <dsp:cNvPr id="0" name=""/>
        <dsp:cNvSpPr/>
      </dsp:nvSpPr>
      <dsp:spPr>
        <a:xfrm>
          <a:off x="949591" y="2059252"/>
          <a:ext cx="6007868" cy="82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12" tIns="87012" rIns="87012" bIns="870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Secure Networking </a:t>
          </a:r>
          <a:endParaRPr lang="en-US" sz="1900" kern="1200"/>
        </a:p>
      </dsp:txBody>
      <dsp:txXfrm>
        <a:off x="949591" y="2059252"/>
        <a:ext cx="6007868" cy="822156"/>
      </dsp:txXfrm>
    </dsp:sp>
    <dsp:sp modelId="{41126270-4E15-4F15-988A-F168906191D9}">
      <dsp:nvSpPr>
        <dsp:cNvPr id="0" name=""/>
        <dsp:cNvSpPr/>
      </dsp:nvSpPr>
      <dsp:spPr>
        <a:xfrm>
          <a:off x="0" y="3086948"/>
          <a:ext cx="6957460" cy="822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7C435B-D819-47FE-A309-8477C6A08C78}">
      <dsp:nvSpPr>
        <dsp:cNvPr id="0" name=""/>
        <dsp:cNvSpPr/>
      </dsp:nvSpPr>
      <dsp:spPr>
        <a:xfrm>
          <a:off x="248702" y="3271933"/>
          <a:ext cx="452186" cy="4521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BF13E-5602-4390-83DF-1881D72E2497}">
      <dsp:nvSpPr>
        <dsp:cNvPr id="0" name=""/>
        <dsp:cNvSpPr/>
      </dsp:nvSpPr>
      <dsp:spPr>
        <a:xfrm>
          <a:off x="949591" y="3086948"/>
          <a:ext cx="6007868" cy="82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12" tIns="87012" rIns="87012" bIns="870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Automated Provisioning </a:t>
          </a:r>
          <a:endParaRPr lang="en-US" sz="1900" kern="1200" dirty="0"/>
        </a:p>
      </dsp:txBody>
      <dsp:txXfrm>
        <a:off x="949591" y="3086948"/>
        <a:ext cx="6007868" cy="822156"/>
      </dsp:txXfrm>
    </dsp:sp>
    <dsp:sp modelId="{5A77E39C-095A-416A-839C-F42835C95D80}">
      <dsp:nvSpPr>
        <dsp:cNvPr id="0" name=""/>
        <dsp:cNvSpPr/>
      </dsp:nvSpPr>
      <dsp:spPr>
        <a:xfrm>
          <a:off x="0" y="4114644"/>
          <a:ext cx="6957460" cy="822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A6DBFB-35D2-4CA2-A2AA-33AF308F9206}">
      <dsp:nvSpPr>
        <dsp:cNvPr id="0" name=""/>
        <dsp:cNvSpPr/>
      </dsp:nvSpPr>
      <dsp:spPr>
        <a:xfrm>
          <a:off x="248702" y="4299629"/>
          <a:ext cx="452186" cy="4521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19D0B-FEE0-4654-9E36-FC8203A2A6A6}">
      <dsp:nvSpPr>
        <dsp:cNvPr id="0" name=""/>
        <dsp:cNvSpPr/>
      </dsp:nvSpPr>
      <dsp:spPr>
        <a:xfrm>
          <a:off x="949591" y="4114644"/>
          <a:ext cx="6007868" cy="82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12" tIns="87012" rIns="87012" bIns="870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Scalable Architecture</a:t>
          </a:r>
          <a:endParaRPr lang="en-US" sz="1900" kern="1200"/>
        </a:p>
      </dsp:txBody>
      <dsp:txXfrm>
        <a:off x="949591" y="4114644"/>
        <a:ext cx="6007868" cy="8221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7C79C-BB61-4FAD-A96F-AC858E07F4B8}">
      <dsp:nvSpPr>
        <dsp:cNvPr id="0" name=""/>
        <dsp:cNvSpPr/>
      </dsp:nvSpPr>
      <dsp:spPr>
        <a:xfrm>
          <a:off x="0" y="3859"/>
          <a:ext cx="6957460" cy="822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35E4D7-CCE4-4064-80B7-E9E1E34E9A19}">
      <dsp:nvSpPr>
        <dsp:cNvPr id="0" name=""/>
        <dsp:cNvSpPr/>
      </dsp:nvSpPr>
      <dsp:spPr>
        <a:xfrm>
          <a:off x="248702" y="188845"/>
          <a:ext cx="452186" cy="4521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4139D-C01F-4781-B359-9822F046C99D}">
      <dsp:nvSpPr>
        <dsp:cNvPr id="0" name=""/>
        <dsp:cNvSpPr/>
      </dsp:nvSpPr>
      <dsp:spPr>
        <a:xfrm>
          <a:off x="949591" y="3859"/>
          <a:ext cx="6007868" cy="82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12" tIns="87012" rIns="87012" bIns="870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0" i="0" kern="1200" baseline="0" dirty="0" err="1"/>
            <a:t>VNet</a:t>
          </a:r>
          <a:r>
            <a:rPr lang="en-IN" sz="1900" b="0" i="0" kern="1200" baseline="0" dirty="0"/>
            <a:t> Separation &amp; Peering</a:t>
          </a:r>
          <a:endParaRPr lang="en-US" sz="1900" kern="1200" dirty="0"/>
        </a:p>
      </dsp:txBody>
      <dsp:txXfrm>
        <a:off x="949591" y="3859"/>
        <a:ext cx="6007868" cy="822156"/>
      </dsp:txXfrm>
    </dsp:sp>
    <dsp:sp modelId="{2D9BD7EC-A7A5-4E1A-9D73-67F7B8A97C04}">
      <dsp:nvSpPr>
        <dsp:cNvPr id="0" name=""/>
        <dsp:cNvSpPr/>
      </dsp:nvSpPr>
      <dsp:spPr>
        <a:xfrm>
          <a:off x="0" y="1031555"/>
          <a:ext cx="6957460" cy="822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0DE5C8-828F-4AE6-9E95-827D384373AA}">
      <dsp:nvSpPr>
        <dsp:cNvPr id="0" name=""/>
        <dsp:cNvSpPr/>
      </dsp:nvSpPr>
      <dsp:spPr>
        <a:xfrm>
          <a:off x="248702" y="1216541"/>
          <a:ext cx="452186" cy="4521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0FCF2D-F0E5-49F3-B78E-FAEE00CFCAB0}">
      <dsp:nvSpPr>
        <dsp:cNvPr id="0" name=""/>
        <dsp:cNvSpPr/>
      </dsp:nvSpPr>
      <dsp:spPr>
        <a:xfrm>
          <a:off x="949591" y="1031555"/>
          <a:ext cx="6007868" cy="82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12" tIns="87012" rIns="87012" bIns="870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0" i="0" kern="1200" baseline="0" dirty="0"/>
            <a:t>Private Endpoints</a:t>
          </a:r>
          <a:endParaRPr lang="en-US" sz="1900" kern="1200" dirty="0"/>
        </a:p>
      </dsp:txBody>
      <dsp:txXfrm>
        <a:off x="949591" y="1031555"/>
        <a:ext cx="6007868" cy="822156"/>
      </dsp:txXfrm>
    </dsp:sp>
    <dsp:sp modelId="{89CC5E99-5D3B-431E-94C7-BE5C812E75BF}">
      <dsp:nvSpPr>
        <dsp:cNvPr id="0" name=""/>
        <dsp:cNvSpPr/>
      </dsp:nvSpPr>
      <dsp:spPr>
        <a:xfrm>
          <a:off x="0" y="2059252"/>
          <a:ext cx="6957460" cy="822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C3863B-F7C3-4426-B3D3-E35420435D6A}">
      <dsp:nvSpPr>
        <dsp:cNvPr id="0" name=""/>
        <dsp:cNvSpPr/>
      </dsp:nvSpPr>
      <dsp:spPr>
        <a:xfrm>
          <a:off x="248702" y="2244237"/>
          <a:ext cx="452186" cy="4521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CFCD4-DD99-4A6A-BE1E-F05470B36812}">
      <dsp:nvSpPr>
        <dsp:cNvPr id="0" name=""/>
        <dsp:cNvSpPr/>
      </dsp:nvSpPr>
      <dsp:spPr>
        <a:xfrm>
          <a:off x="949591" y="2059252"/>
          <a:ext cx="6007868" cy="82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12" tIns="87012" rIns="87012" bIns="870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0" i="0" kern="1200" baseline="0" dirty="0"/>
            <a:t>Traffic Filtering</a:t>
          </a:r>
          <a:endParaRPr lang="en-US" sz="1900" kern="1200" dirty="0"/>
        </a:p>
      </dsp:txBody>
      <dsp:txXfrm>
        <a:off x="949591" y="2059252"/>
        <a:ext cx="6007868" cy="822156"/>
      </dsp:txXfrm>
    </dsp:sp>
    <dsp:sp modelId="{16AE8679-A921-465B-8751-928CFFAF7E7C}">
      <dsp:nvSpPr>
        <dsp:cNvPr id="0" name=""/>
        <dsp:cNvSpPr/>
      </dsp:nvSpPr>
      <dsp:spPr>
        <a:xfrm>
          <a:off x="0" y="3086948"/>
          <a:ext cx="6957460" cy="822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64F55-92EB-44AD-BC36-DDFC27DFFC27}">
      <dsp:nvSpPr>
        <dsp:cNvPr id="0" name=""/>
        <dsp:cNvSpPr/>
      </dsp:nvSpPr>
      <dsp:spPr>
        <a:xfrm>
          <a:off x="248702" y="3271933"/>
          <a:ext cx="452186" cy="4521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78B0A-DAD8-418A-B052-5D99EF13ADCA}">
      <dsp:nvSpPr>
        <dsp:cNvPr id="0" name=""/>
        <dsp:cNvSpPr/>
      </dsp:nvSpPr>
      <dsp:spPr>
        <a:xfrm>
          <a:off x="949591" y="3086948"/>
          <a:ext cx="6007868" cy="82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12" tIns="87012" rIns="87012" bIns="870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0" i="0" kern="1200" baseline="0" dirty="0"/>
            <a:t>Private DNS Integration</a:t>
          </a:r>
          <a:endParaRPr lang="en-US" sz="1900" kern="1200" dirty="0"/>
        </a:p>
      </dsp:txBody>
      <dsp:txXfrm>
        <a:off x="949591" y="3086948"/>
        <a:ext cx="6007868" cy="822156"/>
      </dsp:txXfrm>
    </dsp:sp>
    <dsp:sp modelId="{5A77E39C-095A-416A-839C-F42835C95D80}">
      <dsp:nvSpPr>
        <dsp:cNvPr id="0" name=""/>
        <dsp:cNvSpPr/>
      </dsp:nvSpPr>
      <dsp:spPr>
        <a:xfrm>
          <a:off x="0" y="4114644"/>
          <a:ext cx="6957460" cy="822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A6DBFB-35D2-4CA2-A2AA-33AF308F9206}">
      <dsp:nvSpPr>
        <dsp:cNvPr id="0" name=""/>
        <dsp:cNvSpPr/>
      </dsp:nvSpPr>
      <dsp:spPr>
        <a:xfrm>
          <a:off x="248702" y="4299629"/>
          <a:ext cx="452186" cy="452186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19D0B-FEE0-4654-9E36-FC8203A2A6A6}">
      <dsp:nvSpPr>
        <dsp:cNvPr id="0" name=""/>
        <dsp:cNvSpPr/>
      </dsp:nvSpPr>
      <dsp:spPr>
        <a:xfrm>
          <a:off x="949591" y="4114644"/>
          <a:ext cx="6007868" cy="822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12" tIns="87012" rIns="87012" bIns="8701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0" i="0" kern="1200" baseline="0" dirty="0"/>
            <a:t>Virtual Network Integration</a:t>
          </a:r>
          <a:endParaRPr lang="en-US" sz="1900" kern="1200" dirty="0"/>
        </a:p>
      </dsp:txBody>
      <dsp:txXfrm>
        <a:off x="949591" y="4114644"/>
        <a:ext cx="6007868" cy="8221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02E45B-5E50-4754-A4E5-29A6B0277599}">
      <dsp:nvSpPr>
        <dsp:cNvPr id="0" name=""/>
        <dsp:cNvSpPr/>
      </dsp:nvSpPr>
      <dsp:spPr>
        <a:xfrm>
          <a:off x="0" y="4639"/>
          <a:ext cx="604539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Resource group</a:t>
          </a:r>
          <a:endParaRPr lang="en-US" sz="1500" kern="1200"/>
        </a:p>
      </dsp:txBody>
      <dsp:txXfrm>
        <a:off x="17991" y="22630"/>
        <a:ext cx="6009408" cy="332567"/>
      </dsp:txXfrm>
    </dsp:sp>
    <dsp:sp modelId="{776B6269-B0FB-4517-8C13-FB69624278CE}">
      <dsp:nvSpPr>
        <dsp:cNvPr id="0" name=""/>
        <dsp:cNvSpPr/>
      </dsp:nvSpPr>
      <dsp:spPr>
        <a:xfrm>
          <a:off x="0" y="416389"/>
          <a:ext cx="604539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Virtual networks</a:t>
          </a:r>
          <a:endParaRPr lang="en-US" sz="1500" kern="1200"/>
        </a:p>
      </dsp:txBody>
      <dsp:txXfrm>
        <a:off x="17991" y="434380"/>
        <a:ext cx="6009408" cy="332567"/>
      </dsp:txXfrm>
    </dsp:sp>
    <dsp:sp modelId="{E874124B-B500-4EDF-8234-6B3543C8DF63}">
      <dsp:nvSpPr>
        <dsp:cNvPr id="0" name=""/>
        <dsp:cNvSpPr/>
      </dsp:nvSpPr>
      <dsp:spPr>
        <a:xfrm>
          <a:off x="0" y="828139"/>
          <a:ext cx="604539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Subnets</a:t>
          </a:r>
          <a:endParaRPr lang="en-US" sz="1500" kern="1200"/>
        </a:p>
      </dsp:txBody>
      <dsp:txXfrm>
        <a:off x="17991" y="846130"/>
        <a:ext cx="6009408" cy="332567"/>
      </dsp:txXfrm>
    </dsp:sp>
    <dsp:sp modelId="{C4975047-E2F6-444E-B2BE-0A69748E6771}">
      <dsp:nvSpPr>
        <dsp:cNvPr id="0" name=""/>
        <dsp:cNvSpPr/>
      </dsp:nvSpPr>
      <dsp:spPr>
        <a:xfrm>
          <a:off x="0" y="1239889"/>
          <a:ext cx="604539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NSGs</a:t>
          </a:r>
          <a:endParaRPr lang="en-US" sz="1500" kern="1200"/>
        </a:p>
      </dsp:txBody>
      <dsp:txXfrm>
        <a:off x="17991" y="1257880"/>
        <a:ext cx="6009408" cy="332567"/>
      </dsp:txXfrm>
    </dsp:sp>
    <dsp:sp modelId="{3BE1B7E0-3EE9-49FD-B1E3-E108BB9E5AAA}">
      <dsp:nvSpPr>
        <dsp:cNvPr id="0" name=""/>
        <dsp:cNvSpPr/>
      </dsp:nvSpPr>
      <dsp:spPr>
        <a:xfrm>
          <a:off x="0" y="1651639"/>
          <a:ext cx="604539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WAF v2</a:t>
          </a:r>
          <a:endParaRPr lang="en-US" sz="1500" kern="1200"/>
        </a:p>
      </dsp:txBody>
      <dsp:txXfrm>
        <a:off x="17991" y="1669630"/>
        <a:ext cx="6009408" cy="332567"/>
      </dsp:txXfrm>
    </dsp:sp>
    <dsp:sp modelId="{A0F69E3B-A6D9-457F-89AE-F816CBA03114}">
      <dsp:nvSpPr>
        <dsp:cNvPr id="0" name=""/>
        <dsp:cNvSpPr/>
      </dsp:nvSpPr>
      <dsp:spPr>
        <a:xfrm>
          <a:off x="0" y="2063389"/>
          <a:ext cx="604539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Application gateway</a:t>
          </a:r>
          <a:endParaRPr lang="en-US" sz="1500" kern="1200"/>
        </a:p>
      </dsp:txBody>
      <dsp:txXfrm>
        <a:off x="17991" y="2081380"/>
        <a:ext cx="6009408" cy="332567"/>
      </dsp:txXfrm>
    </dsp:sp>
    <dsp:sp modelId="{1FEC14BB-6A04-49C2-B46E-97162B430B47}">
      <dsp:nvSpPr>
        <dsp:cNvPr id="0" name=""/>
        <dsp:cNvSpPr/>
      </dsp:nvSpPr>
      <dsp:spPr>
        <a:xfrm>
          <a:off x="0" y="2475139"/>
          <a:ext cx="604539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App Service</a:t>
          </a:r>
          <a:endParaRPr lang="en-US" sz="1500" kern="1200"/>
        </a:p>
      </dsp:txBody>
      <dsp:txXfrm>
        <a:off x="17991" y="2493130"/>
        <a:ext cx="6009408" cy="332567"/>
      </dsp:txXfrm>
    </dsp:sp>
    <dsp:sp modelId="{C31C4EFA-DE47-49A4-BB4E-B1154FB063DD}">
      <dsp:nvSpPr>
        <dsp:cNvPr id="0" name=""/>
        <dsp:cNvSpPr/>
      </dsp:nvSpPr>
      <dsp:spPr>
        <a:xfrm>
          <a:off x="0" y="2886889"/>
          <a:ext cx="604539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Private DNS Zones</a:t>
          </a:r>
          <a:endParaRPr lang="en-US" sz="1500" kern="1200"/>
        </a:p>
      </dsp:txBody>
      <dsp:txXfrm>
        <a:off x="17991" y="2904880"/>
        <a:ext cx="6009408" cy="332567"/>
      </dsp:txXfrm>
    </dsp:sp>
    <dsp:sp modelId="{2943EAD3-AF0A-484E-BCF1-522E29E1EE4A}">
      <dsp:nvSpPr>
        <dsp:cNvPr id="0" name=""/>
        <dsp:cNvSpPr/>
      </dsp:nvSpPr>
      <dsp:spPr>
        <a:xfrm>
          <a:off x="0" y="3298639"/>
          <a:ext cx="604539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CosmosDB</a:t>
          </a:r>
          <a:endParaRPr lang="en-US" sz="1500" kern="1200"/>
        </a:p>
      </dsp:txBody>
      <dsp:txXfrm>
        <a:off x="17991" y="3316630"/>
        <a:ext cx="6009408" cy="332567"/>
      </dsp:txXfrm>
    </dsp:sp>
    <dsp:sp modelId="{B6444EBB-AC6C-4C89-A241-8E8FE3B419A8}">
      <dsp:nvSpPr>
        <dsp:cNvPr id="0" name=""/>
        <dsp:cNvSpPr/>
      </dsp:nvSpPr>
      <dsp:spPr>
        <a:xfrm>
          <a:off x="0" y="3710389"/>
          <a:ext cx="6045390" cy="368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StorageAccount</a:t>
          </a:r>
          <a:endParaRPr lang="en-US" sz="1500" kern="1200"/>
        </a:p>
      </dsp:txBody>
      <dsp:txXfrm>
        <a:off x="17991" y="3728380"/>
        <a:ext cx="6009408" cy="3325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EC2B7-5603-E847-9CCD-B17BCD70217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AB055-8057-8042-A9DC-340E25EB4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2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B055-8057-8042-A9DC-340E25EB49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83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B055-8057-8042-A9DC-340E25EB49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86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9631D5-4CBA-B958-66E5-1D06CE60A685}"/>
              </a:ext>
            </a:extLst>
          </p:cNvPr>
          <p:cNvSpPr/>
          <p:nvPr/>
        </p:nvSpPr>
        <p:spPr>
          <a:xfrm>
            <a:off x="457200" y="1110996"/>
            <a:ext cx="11277600" cy="46360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E59B00B-2A72-3526-46B5-2D31EFBA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394139"/>
            <a:ext cx="5336630" cy="4069724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53AC4E3-F9DF-C029-69FF-01D7C04DE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370" y="6031065"/>
            <a:ext cx="9144000" cy="54864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47A7DF-A880-1D22-F809-631CB36C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3520" y="430684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9645FC2-7E06-2307-2D7B-2B52E501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9450" y="430684"/>
            <a:ext cx="2743200" cy="365125"/>
          </a:xfrm>
        </p:spPr>
        <p:txBody>
          <a:bodyPr/>
          <a:lstStyle/>
          <a:p>
            <a:fld id="{C6B4DC52-CC44-D647-BBB1-762854F46572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CE0142-6727-D96E-8B4C-F8DC42F3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300" y="6126480"/>
            <a:ext cx="36576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40B778AE-8D30-EC43-B255-420E7914C179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1" name="Picture 10" descr="A lemons on a branch&#10;&#10;AI-generated content may be incorrect.">
            <a:extLst>
              <a:ext uri="{FF2B5EF4-FFF2-40B4-BE49-F238E27FC236}">
                <a16:creationId xmlns:a16="http://schemas.microsoft.com/office/drawing/2014/main" id="{617993DE-FCA3-752E-CB4D-EE0CBE74D2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594"/>
          <a:stretch>
            <a:fillRect/>
          </a:stretch>
        </p:blipFill>
        <p:spPr>
          <a:xfrm>
            <a:off x="6251965" y="1110995"/>
            <a:ext cx="5482836" cy="463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2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100584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4480"/>
            <a:ext cx="11274552" cy="429768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2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C43E3D-F1B4-8814-CBFD-54B6394BA78F}"/>
              </a:ext>
            </a:extLst>
          </p:cNvPr>
          <p:cNvSpPr/>
          <p:nvPr/>
        </p:nvSpPr>
        <p:spPr>
          <a:xfrm>
            <a:off x="0" y="0"/>
            <a:ext cx="12192000" cy="40720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4480560"/>
            <a:ext cx="11274552" cy="9969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532535"/>
            <a:ext cx="11274552" cy="54864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1"/>
            <a:ext cx="11274552" cy="3111499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9749300-EB7F-2826-88A0-CB3E4B36C0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C0BE1CD-8E53-8DE9-82CF-9813E2925E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85CE52D-B630-4803-B6B1-978CBC39E2B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E2FA9DB-1C23-8847-8157-4FA9725CC381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02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187BAA-B8F3-6F9A-35D6-79C20A14A9DC}"/>
              </a:ext>
            </a:extLst>
          </p:cNvPr>
          <p:cNvSpPr/>
          <p:nvPr/>
        </p:nvSpPr>
        <p:spPr>
          <a:xfrm>
            <a:off x="5090160" y="-1"/>
            <a:ext cx="710184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7" y="548640"/>
            <a:ext cx="4175760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492488"/>
            <a:ext cx="4175760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3C3368D-40FA-88E5-2622-5C794E187D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ABA8E-1A54-1C96-093B-B44E62007A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9077" y="6126480"/>
            <a:ext cx="210312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07656-FDD0-1CCB-57C9-0B3A32C50C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06709" y="6126480"/>
            <a:ext cx="1626250" cy="365125"/>
          </a:xfrm>
        </p:spPr>
        <p:txBody>
          <a:bodyPr/>
          <a:lstStyle/>
          <a:p>
            <a:fld id="{84E3F07D-7317-3440-A531-3AA29DD45979}" type="datetime1">
              <a:rPr lang="en-US" smtClean="0"/>
              <a:t>6/9/2026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47360" y="457200"/>
            <a:ext cx="6187440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48527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2DD718-F017-AE4C-FB9F-B4557EA33522}"/>
              </a:ext>
            </a:extLst>
          </p:cNvPr>
          <p:cNvSpPr/>
          <p:nvPr/>
        </p:nvSpPr>
        <p:spPr>
          <a:xfrm>
            <a:off x="0" y="-1"/>
            <a:ext cx="71628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2618" y="457200"/>
            <a:ext cx="4112182" cy="432031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2618" y="4870174"/>
            <a:ext cx="4114800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57200" y="457200"/>
            <a:ext cx="623625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746577E-8831-2287-F882-043365FBE3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30823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8256CB-DBBA-7F98-5D6E-65BAC308069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28420" y="6126480"/>
            <a:ext cx="2717314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97DDC16-6E73-6885-8380-0E401292C0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5734" y="6126480"/>
            <a:ext cx="991684" cy="365125"/>
          </a:xfrm>
        </p:spPr>
        <p:txBody>
          <a:bodyPr/>
          <a:lstStyle/>
          <a:p>
            <a:fld id="{28CD2E8A-C0A9-4347-A584-9C026C30AB40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71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246537-4B75-474B-2A12-4A3572BEA2EC}"/>
              </a:ext>
            </a:extLst>
          </p:cNvPr>
          <p:cNvSpPr/>
          <p:nvPr/>
        </p:nvSpPr>
        <p:spPr>
          <a:xfrm>
            <a:off x="0" y="-1"/>
            <a:ext cx="73152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0584" y="457200"/>
            <a:ext cx="4114800" cy="379972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0581" y="4403039"/>
            <a:ext cx="3959352" cy="146304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457200"/>
            <a:ext cx="6400800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F15057E-7A11-B5DB-0534-D815398664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776118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574E8DD-5B33-6D4C-0DDF-CB27D8491EE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3715" y="6126480"/>
            <a:ext cx="2522862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DF415EC-0AD6-6198-0FC5-D47053F2FBF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81835" y="6126480"/>
            <a:ext cx="948098" cy="365125"/>
          </a:xfrm>
        </p:spPr>
        <p:txBody>
          <a:bodyPr/>
          <a:lstStyle/>
          <a:p>
            <a:fld id="{B2E8E543-FE9A-4843-9AB8-691F5895E16D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73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95BD72-5536-F3FE-33EF-8633D55A2D61}"/>
              </a:ext>
            </a:extLst>
          </p:cNvPr>
          <p:cNvSpPr/>
          <p:nvPr/>
        </p:nvSpPr>
        <p:spPr>
          <a:xfrm>
            <a:off x="468772" y="1155432"/>
            <a:ext cx="11274552" cy="42538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59B19-9CED-B375-2B62-A6035F09E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724" y="5656357"/>
            <a:ext cx="11274552" cy="935512"/>
          </a:xfrm>
        </p:spPr>
        <p:txBody>
          <a:bodyPr anchor="ctr" anchorCtr="0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A7984-A4B6-F007-847A-B07D938E6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1329" y="365760"/>
            <a:ext cx="8349343" cy="54070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3C01443A-552D-4FF4-DE2A-271C95288D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6459" y="1155432"/>
            <a:ext cx="4279082" cy="459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65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1DE5E9-85A8-0FC5-7F43-2E0EABF782DF}"/>
              </a:ext>
            </a:extLst>
          </p:cNvPr>
          <p:cNvSpPr/>
          <p:nvPr/>
        </p:nvSpPr>
        <p:spPr>
          <a:xfrm>
            <a:off x="457200" y="457199"/>
            <a:ext cx="4092338" cy="5943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50CA3D-7603-670A-D8C7-708AE9FA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198" y="1711444"/>
            <a:ext cx="6858001" cy="492977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11682ED-44B0-7547-E137-F0B1DA936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383629"/>
            <a:ext cx="3899647" cy="97715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pic>
        <p:nvPicPr>
          <p:cNvPr id="6" name="Picture 5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15BE8FF9-7851-AB46-405F-0AA70A4B66A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613" t="-1" b="-3044"/>
          <a:stretch>
            <a:fillRect/>
          </a:stretch>
        </p:blipFill>
        <p:spPr>
          <a:xfrm>
            <a:off x="457200" y="460148"/>
            <a:ext cx="4710576" cy="639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7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457198"/>
            <a:ext cx="5140452" cy="61996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4AE76-095C-A207-5846-53F5F689F718}"/>
              </a:ext>
            </a:extLst>
          </p:cNvPr>
          <p:cNvSpPr/>
          <p:nvPr/>
        </p:nvSpPr>
        <p:spPr>
          <a:xfrm>
            <a:off x="6096000" y="457200"/>
            <a:ext cx="5617029" cy="59436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lemons on a branch with blue leaves&#10;&#10;AI-generated content may be incorrect.">
            <a:extLst>
              <a:ext uri="{FF2B5EF4-FFF2-40B4-BE49-F238E27FC236}">
                <a16:creationId xmlns:a16="http://schemas.microsoft.com/office/drawing/2014/main" id="{65E78305-C5E3-6063-CB40-26C0D5E00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553" y="457194"/>
            <a:ext cx="7277476" cy="594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85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798790"/>
            <a:ext cx="6400800" cy="1247197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03520" y="2557825"/>
            <a:ext cx="6400800" cy="3185025"/>
          </a:xfrm>
        </p:spPr>
        <p:txBody>
          <a:bodyPr anchor="b" anchorCtr="0"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180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60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40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F1D5-6C74-2344-B02C-988BD7DE5058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81EAF-576F-9050-A03B-54F899B4C07A}"/>
              </a:ext>
            </a:extLst>
          </p:cNvPr>
          <p:cNvSpPr/>
          <p:nvPr/>
        </p:nvSpPr>
        <p:spPr>
          <a:xfrm>
            <a:off x="411481" y="914400"/>
            <a:ext cx="4389990" cy="47548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lemon on a branch&#10;&#10;AI-generated content may be incorrect.">
            <a:extLst>
              <a:ext uri="{FF2B5EF4-FFF2-40B4-BE49-F238E27FC236}">
                <a16:creationId xmlns:a16="http://schemas.microsoft.com/office/drawing/2014/main" id="{C7EE14FD-1F7E-7416-B121-07AC7950D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54" y="557784"/>
            <a:ext cx="4798070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3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5F09020-BF03-712A-9029-505DB1E628D4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3749040" cy="283464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0568" y="914399"/>
            <a:ext cx="6126480" cy="4480560"/>
          </a:xfrm>
        </p:spPr>
        <p:txBody>
          <a:bodyPr anchor="t" anchorCtr="0"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180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60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40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26B5E-0855-9440-AA3D-7D15E0A5A0A9}" type="datetime1">
              <a:rPr lang="en-US" smtClean="0"/>
              <a:t>6/9/2026</a:t>
            </a:fld>
            <a:endParaRPr lang="en-US"/>
          </a:p>
        </p:txBody>
      </p:sp>
      <p:pic>
        <p:nvPicPr>
          <p:cNvPr id="12" name="Picture 11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8C201F69-ACDC-EC3F-66B0-D7107872DC8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69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B4B979-1FB0-5E72-46AC-50BC7CFE6907}"/>
              </a:ext>
            </a:extLst>
          </p:cNvPr>
          <p:cNvSpPr/>
          <p:nvPr/>
        </p:nvSpPr>
        <p:spPr>
          <a:xfrm>
            <a:off x="0" y="-1"/>
            <a:ext cx="457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223" y="914400"/>
            <a:ext cx="6126480" cy="118872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457200"/>
            <a:ext cx="3657600" cy="59436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45224" y="2468880"/>
            <a:ext cx="6126480" cy="3436789"/>
          </a:xfrm>
        </p:spPr>
        <p:txBody>
          <a:bodyPr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2000" baseline="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800" baseline="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600" baseline="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 baseline="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F12806-9D4B-B331-8FBA-9E389069CF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050561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D280FE9-C0C5-BEEF-1C01-F53C19D152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48158" y="612648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13CDBE3-275E-E9FB-D64A-5856C14B07C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29874" y="6126480"/>
            <a:ext cx="1328185" cy="365125"/>
          </a:xfrm>
        </p:spPr>
        <p:txBody>
          <a:bodyPr/>
          <a:lstStyle/>
          <a:p>
            <a:fld id="{20EA976F-543A-3147-8F10-92D90F1FB7DE}" type="datetime1">
              <a:rPr lang="en-US" smtClean="0"/>
              <a:t>6/9/2026</a:t>
            </a:fld>
            <a:endParaRPr lang="en-US"/>
          </a:p>
        </p:txBody>
      </p:sp>
      <p:pic>
        <p:nvPicPr>
          <p:cNvPr id="3" name="Picture 2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61A4B5C7-FD62-4D7D-A791-54AB1ABC8C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4540" y="3003334"/>
            <a:ext cx="41605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64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335364"/>
            <a:ext cx="4659735" cy="1645198"/>
          </a:xfrm>
        </p:spPr>
        <p:txBody>
          <a:bodyPr/>
          <a:lstStyle>
            <a:lvl1pPr marL="0" indent="0" algn="ctr">
              <a:buNone/>
              <a:defRPr sz="1400"/>
            </a:lvl1pPr>
            <a:lvl2pPr marL="228600" indent="0" algn="ctr">
              <a:buNone/>
              <a:defRPr sz="1400"/>
            </a:lvl2pPr>
            <a:lvl3pPr marL="457200" indent="0" algn="ctr">
              <a:buNone/>
              <a:defRPr sz="1400"/>
            </a:lvl3pPr>
            <a:lvl4pPr marL="685800" indent="0" algn="ctr">
              <a:buNone/>
              <a:defRPr sz="1400"/>
            </a:lvl4pPr>
            <a:lvl5pPr marL="91440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2A3C-8A73-964C-A7B1-9C66EB8F456D}" type="datetime1">
              <a:rPr lang="en-US" smtClean="0"/>
              <a:t>6/9/2026</a:t>
            </a:fld>
            <a:endParaRPr lang="en-US"/>
          </a:p>
        </p:txBody>
      </p:sp>
      <p:pic>
        <p:nvPicPr>
          <p:cNvPr id="11" name="Picture 10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BED6ACC6-8535-9138-3CC3-23292E127C1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28"/>
          <a:stretch>
            <a:fillRect/>
          </a:stretch>
        </p:blipFill>
        <p:spPr>
          <a:xfrm flipH="1">
            <a:off x="1638457" y="-1"/>
            <a:ext cx="3509674" cy="1034177"/>
          </a:xfrm>
          <a:prstGeom prst="rect">
            <a:avLst/>
          </a:prstGeom>
        </p:spPr>
      </p:pic>
      <p:pic>
        <p:nvPicPr>
          <p:cNvPr id="13" name="Picture 12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9891E051-0BB5-0815-2DD6-BBEBCE60378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  <p:pic>
        <p:nvPicPr>
          <p:cNvPr id="14" name="Picture 13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B2C36771-C253-85DB-E144-61D9EB19FC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71959" y="780706"/>
            <a:ext cx="2020041" cy="14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72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02447-E63B-C699-1F10-66D1D40394D0}"/>
              </a:ext>
            </a:extLst>
          </p:cNvPr>
          <p:cNvSpPr/>
          <p:nvPr/>
        </p:nvSpPr>
        <p:spPr>
          <a:xfrm>
            <a:off x="-2" y="0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86283C0-8ECE-D2EA-E5E3-6F15CF154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4234" y="1315451"/>
            <a:ext cx="3163825" cy="1888925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0872" y="274320"/>
            <a:ext cx="3657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8469" y="274320"/>
            <a:ext cx="1828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9106" y="274320"/>
            <a:ext cx="938954" cy="365125"/>
          </a:xfrm>
        </p:spPr>
        <p:txBody>
          <a:bodyPr/>
          <a:lstStyle/>
          <a:p>
            <a:fld id="{16BEDD57-7FB0-8C49-978A-2E5AD4193CAB}" type="datetime1">
              <a:rPr lang="en-US" smtClean="0"/>
              <a:t>6/9/2026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7DC67AD-3301-6431-3E36-B83AA13337B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0" y="3335363"/>
            <a:ext cx="3162699" cy="2372709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close up of a blue and yellow leaf&#10;&#10;AI-generated content may be incorrect.">
            <a:extLst>
              <a:ext uri="{FF2B5EF4-FFF2-40B4-BE49-F238E27FC236}">
                <a16:creationId xmlns:a16="http://schemas.microsoft.com/office/drawing/2014/main" id="{F4AA3198-0DF5-E044-FEBD-0A08E92D51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62919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29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02447-E63B-C699-1F10-66D1D40394D0}"/>
              </a:ext>
            </a:extLst>
          </p:cNvPr>
          <p:cNvSpPr/>
          <p:nvPr/>
        </p:nvSpPr>
        <p:spPr>
          <a:xfrm>
            <a:off x="4053840" y="0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F807023-B064-9646-E49E-9AEF600F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15453"/>
            <a:ext cx="3163824" cy="1888923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3249" y="274320"/>
            <a:ext cx="3657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0846" y="274320"/>
            <a:ext cx="1828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9646" y="274320"/>
            <a:ext cx="970791" cy="365125"/>
          </a:xfrm>
        </p:spPr>
        <p:txBody>
          <a:bodyPr/>
          <a:lstStyle/>
          <a:p>
            <a:fld id="{3398BDEE-7079-9E46-9D3D-C026D74D657A}" type="datetime1">
              <a:rPr lang="en-US" smtClean="0"/>
              <a:t>6/9/2026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C2635AD-DF42-C262-C20D-FDB7B41162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335364"/>
            <a:ext cx="3163824" cy="31070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ADF17735-1EF3-3E8F-EE23-73AE24B0CF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5" r="9359" b="30270"/>
          <a:stretch>
            <a:fillRect/>
          </a:stretch>
        </p:blipFill>
        <p:spPr>
          <a:xfrm>
            <a:off x="3795759" y="0"/>
            <a:ext cx="83962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000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37" y="1731332"/>
            <a:ext cx="3493858" cy="34568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727014"/>
            <a:ext cx="4956175" cy="346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DA1B6-7262-A14C-9D8B-572C17D5CCAA}" type="datetime1">
              <a:rPr lang="en-US" smtClean="0"/>
              <a:t>6/9/2026</a:t>
            </a:fld>
            <a:endParaRPr lang="en-US"/>
          </a:p>
        </p:txBody>
      </p:sp>
      <p:pic>
        <p:nvPicPr>
          <p:cNvPr id="7" name="Picture 6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53359F0E-3165-F69F-DECE-2D1FB68E174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0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255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3923455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914400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B914E-727D-924F-AF8C-57D7CD572093}" type="datetime1">
              <a:rPr lang="en-US" smtClean="0"/>
              <a:t>6/9/2026</a:t>
            </a:fld>
            <a:endParaRPr lang="en-US"/>
          </a:p>
        </p:txBody>
      </p:sp>
      <p:pic>
        <p:nvPicPr>
          <p:cNvPr id="3" name="Picture 2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A830C04B-A250-7A15-C730-C6A3AFCB9C1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175848" y="5943599"/>
            <a:ext cx="41605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220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617" y="731520"/>
            <a:ext cx="8658766" cy="1005840"/>
          </a:xfrm>
        </p:spPr>
        <p:txBody>
          <a:bodyPr anchor="b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1AD03-5543-5055-E5F3-2C2E7AF4A65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653413" y="1995858"/>
            <a:ext cx="6884668" cy="3739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F8492AF-A293-67AC-351D-6F8D2EE5A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A12EA25-588C-6976-3F71-17F5A88C9A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8EAD482-3B0C-B1C6-EDE0-9F5AD7972C2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70565B3-CF1A-E942-97FF-0B9F398F7855}" type="datetime1">
              <a:rPr lang="en-US" smtClean="0"/>
              <a:t>6/9/2026</a:t>
            </a:fld>
            <a:endParaRPr lang="en-US"/>
          </a:p>
        </p:txBody>
      </p:sp>
      <p:pic>
        <p:nvPicPr>
          <p:cNvPr id="3" name="Picture 2" descr="A blue leafy plant&#10;&#10;AI-generated content may be incorrect.">
            <a:extLst>
              <a:ext uri="{FF2B5EF4-FFF2-40B4-BE49-F238E27FC236}">
                <a16:creationId xmlns:a16="http://schemas.microsoft.com/office/drawing/2014/main" id="{7514231A-DFF9-EEC8-7FD8-6D51A7E9FF6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73"/>
          <a:stretch>
            <a:fillRect/>
          </a:stretch>
        </p:blipFill>
        <p:spPr>
          <a:xfrm>
            <a:off x="0" y="157646"/>
            <a:ext cx="1757091" cy="1460378"/>
          </a:xfrm>
          <a:prstGeom prst="rect">
            <a:avLst/>
          </a:prstGeom>
        </p:spPr>
      </p:pic>
      <p:pic>
        <p:nvPicPr>
          <p:cNvPr id="9" name="Picture 8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A6D137FE-2907-46A6-B35B-5A4CAE628A4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-1163538" y="2885078"/>
            <a:ext cx="3361254" cy="1034177"/>
          </a:xfrm>
          <a:prstGeom prst="rect">
            <a:avLst/>
          </a:prstGeom>
        </p:spPr>
      </p:pic>
      <p:pic>
        <p:nvPicPr>
          <p:cNvPr id="15" name="Picture 14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04E727C6-2D47-C987-AC9F-2BBBF965423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1893" y="3013349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115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1"/>
            <a:ext cx="3992880" cy="2514599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914400"/>
            <a:ext cx="6957460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77" y="6126480"/>
            <a:ext cx="2403583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A344-177D-9B4D-B4B5-DB629B3B0E97}" type="datetime1">
              <a:rPr lang="en-US" smtClean="0"/>
              <a:t>6/9/2026</a:t>
            </a:fld>
            <a:endParaRPr lang="en-US"/>
          </a:p>
        </p:txBody>
      </p:sp>
      <p:pic>
        <p:nvPicPr>
          <p:cNvPr id="7" name="Picture 6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415D9329-8404-8FB6-440F-E9849300BAE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307"/>
          <a:stretch>
            <a:fillRect/>
          </a:stretch>
        </p:blipFill>
        <p:spPr>
          <a:xfrm rot="16200000">
            <a:off x="2766204" y="5165090"/>
            <a:ext cx="2052320" cy="1333500"/>
          </a:xfrm>
          <a:prstGeom prst="rect">
            <a:avLst/>
          </a:prstGeom>
        </p:spPr>
      </p:pic>
      <p:pic>
        <p:nvPicPr>
          <p:cNvPr id="10" name="Picture 9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583DC239-1B91-3F75-7E85-D0A752FB004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595299">
            <a:off x="1217794" y="4109349"/>
            <a:ext cx="2058669" cy="103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91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292A7410-B2FC-D132-8D8C-4AF1B507056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66" t="289" r="43489" b="8672"/>
          <a:stretch>
            <a:fillRect/>
          </a:stretch>
        </p:blipFill>
        <p:spPr>
          <a:xfrm>
            <a:off x="8120743" y="0"/>
            <a:ext cx="407125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15200" cy="109728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" y="1828800"/>
            <a:ext cx="7315199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99251" y="6126480"/>
            <a:ext cx="2073147" cy="365125"/>
          </a:xfrm>
        </p:spPr>
        <p:txBody>
          <a:bodyPr/>
          <a:lstStyle/>
          <a:p>
            <a:fld id="{5A7A0291-FBD7-2345-9C81-5FC586A6DB9E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0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D6C8C-4A02-004B-93D7-C0DBD4026299}" type="datetime1">
              <a:rPr lang="en-US" smtClean="0"/>
              <a:t>6/9/2026</a:t>
            </a:fld>
            <a:endParaRPr lang="en-US"/>
          </a:p>
        </p:txBody>
      </p:sp>
      <p:pic>
        <p:nvPicPr>
          <p:cNvPr id="7" name="Picture 6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DE136570-804C-5DD0-226A-419BDFE896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479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DBE0D0-60D9-A8DD-819A-4EC6098596AA}"/>
              </a:ext>
            </a:extLst>
          </p:cNvPr>
          <p:cNvSpPr/>
          <p:nvPr/>
        </p:nvSpPr>
        <p:spPr>
          <a:xfrm>
            <a:off x="0" y="-1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A90C2D-E9F9-B5AC-3789-289AA8EF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327" y="642192"/>
            <a:ext cx="3172968" cy="2139696"/>
          </a:xfrm>
        </p:spPr>
        <p:txBody>
          <a:bodyPr anchor="b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7216147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66327" y="3011335"/>
            <a:ext cx="316253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06C8A42-D773-E384-D003-FF92C7D3D7C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573862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62C323-6B9B-80DF-EF74-D99250EE92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971459" y="6126480"/>
            <a:ext cx="1934123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6DB1-F652-6E69-77F4-F055AD2AF6F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92496" y="6126480"/>
            <a:ext cx="965564" cy="365125"/>
          </a:xfrm>
        </p:spPr>
        <p:txBody>
          <a:bodyPr/>
          <a:lstStyle/>
          <a:p>
            <a:fld id="{954F3EE5-5A62-1142-B29B-2D79B0DFBB49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6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F29CE5-A8CD-ED9A-7F5A-693443689EAB}"/>
              </a:ext>
            </a:extLst>
          </p:cNvPr>
          <p:cNvSpPr/>
          <p:nvPr/>
        </p:nvSpPr>
        <p:spPr>
          <a:xfrm>
            <a:off x="4145280" y="-1"/>
            <a:ext cx="804672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2F1C8EF-0052-4E1D-ADC9-E3E4FD32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55" y="642192"/>
            <a:ext cx="3274169" cy="2139696"/>
          </a:xfrm>
        </p:spPr>
        <p:txBody>
          <a:bodyPr anchor="b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011335"/>
            <a:ext cx="3274169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33EBD6B-DFDB-0D0B-252B-324DA354BF4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97FC8F1-C8AE-5332-F165-13ED9003CB9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1895486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DB703-6F6B-3A91-C03F-5AA8FECF96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4563" y="6126480"/>
            <a:ext cx="1033988" cy="365125"/>
          </a:xfrm>
        </p:spPr>
        <p:txBody>
          <a:bodyPr/>
          <a:lstStyle/>
          <a:p>
            <a:fld id="{72C7549D-B911-DC4D-9096-0244F27A5122}" type="datetime1">
              <a:rPr lang="en-US" smtClean="0"/>
              <a:t>6/9/2026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0" y="457200"/>
            <a:ext cx="7216147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062665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3AE976-70C1-E011-D1BD-A186B254606F}"/>
              </a:ext>
            </a:extLst>
          </p:cNvPr>
          <p:cNvSpPr/>
          <p:nvPr/>
        </p:nvSpPr>
        <p:spPr>
          <a:xfrm>
            <a:off x="0" y="-1"/>
            <a:ext cx="12192000" cy="42062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0688BC7-C8A7-1B9D-DD5A-CC721C82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3440"/>
            <a:ext cx="4206240" cy="1124712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4552" cy="3261360"/>
          </a:xfrm>
          <a:blipFill dpi="0" rotWithShape="1">
            <a:blip r:embed="rId2">
              <a:alphaModFix amt="60000"/>
            </a:blip>
            <a:srcRect/>
            <a:stretch>
              <a:fillRect t="1" b="-89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4663440"/>
            <a:ext cx="6426391" cy="12415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099B38A-E62D-AD07-98E2-F076BBB690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3C33DF7-70E3-8959-4BBB-88BA646FC8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C6559B-3088-D543-8627-C631D5D845A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E3B3F6E-3994-0241-BCBC-BC1EBD257F6E}" type="datetime1">
              <a:rPr lang="en-US" smtClean="0"/>
              <a:t>6/9/2026</a:t>
            </a:fld>
            <a:endParaRPr lang="en-US"/>
          </a:p>
        </p:txBody>
      </p:sp>
      <p:pic>
        <p:nvPicPr>
          <p:cNvPr id="3" name="Picture 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B68BD559-5C7D-BCAB-EDFF-9A833E2B58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6400800" y="6144768"/>
            <a:ext cx="2330721" cy="717107"/>
          </a:xfrm>
          <a:prstGeom prst="rect">
            <a:avLst/>
          </a:prstGeom>
        </p:spPr>
      </p:pic>
      <p:pic>
        <p:nvPicPr>
          <p:cNvPr id="5" name="Picture 4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351BF7C7-47D5-CE17-B30C-3114D6A147B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148" b="-8356"/>
          <a:stretch>
            <a:fillRect/>
          </a:stretch>
        </p:blipFill>
        <p:spPr>
          <a:xfrm rot="16200000" flipV="1">
            <a:off x="3316541" y="5909308"/>
            <a:ext cx="609599" cy="128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988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F14464-19AB-7D13-BD0E-2F857D32DD8F}"/>
              </a:ext>
            </a:extLst>
          </p:cNvPr>
          <p:cNvSpPr/>
          <p:nvPr/>
        </p:nvSpPr>
        <p:spPr>
          <a:xfrm>
            <a:off x="0" y="-1"/>
            <a:ext cx="749808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CE19939-7641-D440-ED1C-43937E2E5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168" y="457200"/>
            <a:ext cx="3895344" cy="1664208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6572925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63168" y="2315569"/>
            <a:ext cx="3894892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9D974-688E-6389-B676-3716A5DCE5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874608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11A75-2855-5D82-EF5E-AC8CBFD270F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72204" y="6126480"/>
            <a:ext cx="219456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B728D-FE97-BBB3-3103-FB1096F0417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44766" y="6126480"/>
            <a:ext cx="1313294" cy="365125"/>
          </a:xfrm>
        </p:spPr>
        <p:txBody>
          <a:bodyPr/>
          <a:lstStyle/>
          <a:p>
            <a:fld id="{CEBAFC1B-AD29-C14A-91E0-0745420D0140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097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497F40-707E-796F-73DC-2241DB51A1A9}"/>
              </a:ext>
            </a:extLst>
          </p:cNvPr>
          <p:cNvSpPr/>
          <p:nvPr/>
        </p:nvSpPr>
        <p:spPr>
          <a:xfrm>
            <a:off x="4693920" y="-1"/>
            <a:ext cx="749808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7A1B64-CA7C-74CC-8184-E144FC10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40480" cy="1664208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2315569"/>
            <a:ext cx="384048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CCC24-AAEE-1EBE-5C8A-D731F7EDF25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C2662-2578-560F-F095-F1A11F44A08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23774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E15DD-1F7C-8AB3-8EFB-E573908E03A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218354" y="6126480"/>
            <a:ext cx="1079325" cy="365125"/>
          </a:xfrm>
        </p:spPr>
        <p:txBody>
          <a:bodyPr/>
          <a:lstStyle/>
          <a:p>
            <a:fld id="{BCA30940-2954-AA4F-9BFF-1013B5D668D8}" type="datetime1">
              <a:rPr lang="en-US" smtClean="0"/>
              <a:t>6/9/2026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156498" y="457200"/>
            <a:ext cx="6572925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131765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65BFA-D1C6-FAD3-7B5D-029C855B189E}"/>
              </a:ext>
            </a:extLst>
          </p:cNvPr>
          <p:cNvSpPr/>
          <p:nvPr/>
        </p:nvSpPr>
        <p:spPr>
          <a:xfrm>
            <a:off x="0" y="-1"/>
            <a:ext cx="65379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499533"/>
            <a:ext cx="4754880" cy="132893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5626608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10400" y="1975104"/>
            <a:ext cx="4754880" cy="3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BE5B76-563B-3E92-FB3E-1D2C9717E8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10400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D520868-4C6A-1C68-6ECA-7B1457F096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07996" y="6126480"/>
            <a:ext cx="28346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F3A40-40CC-8BCE-4C26-6B49E64D60B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90220" y="6126480"/>
            <a:ext cx="1467840" cy="365125"/>
          </a:xfrm>
        </p:spPr>
        <p:txBody>
          <a:bodyPr/>
          <a:lstStyle/>
          <a:p>
            <a:fld id="{5A0B49E7-1C5B-AD4A-B8C0-4550FE0A0235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034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98AE30-B0EC-6508-4AB4-7253892A47C9}"/>
              </a:ext>
            </a:extLst>
          </p:cNvPr>
          <p:cNvSpPr/>
          <p:nvPr/>
        </p:nvSpPr>
        <p:spPr>
          <a:xfrm>
            <a:off x="5516880" y="-1"/>
            <a:ext cx="667512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593619" cy="128816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920240"/>
            <a:ext cx="459349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9C4D3-7A66-D54C-679E-5F2210D54F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2DF43-22E2-E52D-1677-E2ECB5B988C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32004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CC0E3-6C08-1723-74E8-C1EF05EFFE0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041314" y="6126480"/>
            <a:ext cx="1009377" cy="365125"/>
          </a:xfrm>
        </p:spPr>
        <p:txBody>
          <a:bodyPr/>
          <a:lstStyle/>
          <a:p>
            <a:fld id="{948C343A-B82F-4143-9348-1F135B2BF1BF}" type="datetime1">
              <a:rPr lang="en-US" smtClean="0"/>
              <a:t>6/9/2026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35040" y="457200"/>
            <a:ext cx="5661996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2145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4E9926E-1454-088A-DAEE-81D8FCE1A622}"/>
              </a:ext>
            </a:extLst>
          </p:cNvPr>
          <p:cNvSpPr/>
          <p:nvPr/>
        </p:nvSpPr>
        <p:spPr>
          <a:xfrm>
            <a:off x="0" y="-1"/>
            <a:ext cx="12192000" cy="3429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80757"/>
            <a:ext cx="3044954" cy="20116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3508" y="457200"/>
            <a:ext cx="11274552" cy="2528633"/>
          </a:xfrm>
          <a:blipFill dpi="0" rotWithShape="1">
            <a:blip r:embed="rId2">
              <a:alphaModFix amt="60000"/>
            </a:blip>
            <a:srcRect/>
            <a:stretch>
              <a:fillRect t="1" r="-233" b="-175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79669" y="3880758"/>
            <a:ext cx="7900851" cy="2011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A1C8-408E-D74D-B08B-E4740ED27994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21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5840"/>
            <a:ext cx="3021873" cy="129763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AA3CE2-FA19-A0C1-5803-D6CB70AE52C4}"/>
              </a:ext>
            </a:extLst>
          </p:cNvPr>
          <p:cNvSpPr/>
          <p:nvPr/>
        </p:nvSpPr>
        <p:spPr>
          <a:xfrm>
            <a:off x="0" y="3636524"/>
            <a:ext cx="12192000" cy="32214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6F2C2E6-D9FF-7960-30D4-3996CAF0E7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11480" y="27432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16CECD4-053E-15EE-496E-9BA230A307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274320"/>
            <a:ext cx="3724286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77D76-068A-6817-DE61-41E5920B1A5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839459" y="274320"/>
            <a:ext cx="1918601" cy="365125"/>
          </a:xfrm>
        </p:spPr>
        <p:txBody>
          <a:bodyPr/>
          <a:lstStyle/>
          <a:p>
            <a:fld id="{74C1E1D0-99FC-0441-BDC2-0A5DDB99B607}" type="datetime1">
              <a:rPr lang="en-US" smtClean="0"/>
              <a:t>6/9/2026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53543" y="1005840"/>
            <a:ext cx="7904517" cy="2194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4004" y="4128448"/>
            <a:ext cx="11274056" cy="2285305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l="2" t="227" r="-270" b="-952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583004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049D46-A039-8FE9-795E-B9A09588FB81}"/>
              </a:ext>
            </a:extLst>
          </p:cNvPr>
          <p:cNvSpPr/>
          <p:nvPr/>
        </p:nvSpPr>
        <p:spPr>
          <a:xfrm>
            <a:off x="0" y="-1"/>
            <a:ext cx="48863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751" y="514175"/>
            <a:ext cx="6400800" cy="131502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3952393" cy="59436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3108" y="1978488"/>
            <a:ext cx="6400800" cy="3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3CD20-9BC1-4411-A4E2-3B37C24049B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312105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5AD34-905D-5BB9-666C-2F8C95D63B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09702" y="6126480"/>
            <a:ext cx="397521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4FBA4-81B9-2387-9280-85A1A169CC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D2F5157-4209-D142-B123-F174FB18FA7D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617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B5BA68-BEB6-20D9-ED99-49AE2037C723}"/>
              </a:ext>
            </a:extLst>
          </p:cNvPr>
          <p:cNvSpPr/>
          <p:nvPr/>
        </p:nvSpPr>
        <p:spPr>
          <a:xfrm>
            <a:off x="7305675" y="-1"/>
            <a:ext cx="48863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428962" cy="114300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1737360"/>
            <a:ext cx="6428963" cy="422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48AAF-8DE6-EAE0-C3BC-3EF1475AC6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12C07-7A5F-BEB6-7A29-9DAB0CF47A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BBFD0-0424-7C4B-20AF-00D4497D7F3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539443" y="6126480"/>
            <a:ext cx="2346720" cy="365125"/>
          </a:xfrm>
        </p:spPr>
        <p:txBody>
          <a:bodyPr/>
          <a:lstStyle/>
          <a:p>
            <a:fld id="{D4039460-34D4-104F-A87D-31820CDD6266}" type="datetime1">
              <a:rPr lang="en-US" smtClean="0"/>
              <a:t>6/9/2026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769731" y="457200"/>
            <a:ext cx="3958213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764240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32688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" y="1737360"/>
            <a:ext cx="4812154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BFCA8-9BD5-0D66-6653-7B45B382C4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02138-E28D-3ED2-F911-171BA61DEE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310896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15DE3-263F-5B56-80FE-04252DA7AFC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949874" y="6126480"/>
            <a:ext cx="1273760" cy="365125"/>
          </a:xfrm>
        </p:spPr>
        <p:txBody>
          <a:bodyPr/>
          <a:lstStyle/>
          <a:p>
            <a:fld id="{1134199F-B77C-624E-8596-34C330D06B24}" type="datetime1">
              <a:rPr lang="en-US" smtClean="0"/>
              <a:t>6/9/2026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658927" y="1737360"/>
            <a:ext cx="6533071" cy="512064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t="-4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151299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6589777" cy="932688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737360"/>
            <a:ext cx="4929188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9759" y="1737360"/>
            <a:ext cx="5741992" cy="4207696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9E5AF-145E-4F1A-BB20-9409893575A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38992-9744-9F81-E393-2C3F1988DB6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553C8-D720-0A9C-1422-FB597AA90E6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6D95950-DF64-8142-88A4-F8F59685720D}" type="datetime1">
              <a:rPr lang="en-US" smtClean="0"/>
              <a:t>6/9/2026</a:t>
            </a:fld>
            <a:endParaRPr lang="en-US"/>
          </a:p>
        </p:txBody>
      </p:sp>
      <p:pic>
        <p:nvPicPr>
          <p:cNvPr id="9" name="Picture 8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515AFBE3-40C6-81D7-9428-700F64A385D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0544" y="-10989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034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9857233" cy="932688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737361"/>
            <a:ext cx="6533071" cy="512064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b="-4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3255" y="1737360"/>
            <a:ext cx="4663440" cy="4297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937D0-8E8C-36F0-C09F-3935C5F5A1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98034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A5FE1-47F3-1838-9838-5F3981F5C02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95631" y="6126480"/>
            <a:ext cx="281880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ADA45-5086-049B-5151-875044D0EB2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314432" y="6126480"/>
            <a:ext cx="1443628" cy="365125"/>
          </a:xfrm>
        </p:spPr>
        <p:txBody>
          <a:bodyPr/>
          <a:lstStyle/>
          <a:p>
            <a:fld id="{05030E4E-627B-D64F-876E-5B4D0895463B}" type="datetime1">
              <a:rPr lang="en-US" smtClean="0"/>
              <a:t>6/9/2026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749E5-FB47-A780-BB70-15427C5C9C7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924" r="48863"/>
          <a:stretch>
            <a:fillRect/>
          </a:stretch>
        </p:blipFill>
        <p:spPr>
          <a:xfrm>
            <a:off x="10841171" y="-1694"/>
            <a:ext cx="1350829" cy="707766"/>
          </a:xfrm>
          <a:prstGeom prst="rect">
            <a:avLst/>
          </a:prstGeom>
        </p:spPr>
      </p:pic>
      <p:pic>
        <p:nvPicPr>
          <p:cNvPr id="7" name="Picture 6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CC4A5946-E946-3908-F594-36D825BAA61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753" b="-3752"/>
          <a:stretch>
            <a:fillRect/>
          </a:stretch>
        </p:blipFill>
        <p:spPr>
          <a:xfrm rot="16200000" flipH="1">
            <a:off x="10305612" y="-161869"/>
            <a:ext cx="611235" cy="93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014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976" y="457200"/>
            <a:ext cx="7315200" cy="100584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06976" y="1554480"/>
            <a:ext cx="731520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CCFB6-66BF-D5A2-4EF3-833708DF04F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06976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BAED9-FD69-CDB3-CE31-233F9E999A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04572" y="6126480"/>
            <a:ext cx="36576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C4576-1D70-8D69-935F-F5841843BF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EB7EF76-FB1E-EA44-B271-29D75F3FBB25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526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15200" cy="91440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4480"/>
            <a:ext cx="731520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31AD-BC5C-0681-77D2-AA2DD3FACC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CFFF4-D46A-BAF9-7B12-CCCCD9D4B9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3D3FC-835B-4DD5-6FB4-1C61B80E1E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782614" y="6126480"/>
            <a:ext cx="1989786" cy="365125"/>
          </a:xfrm>
        </p:spPr>
        <p:txBody>
          <a:bodyPr/>
          <a:lstStyle/>
          <a:p>
            <a:fld id="{45042452-74AC-7E41-8CDA-7073C00E876C}" type="datetime1">
              <a:rPr lang="en-US" smtClean="0"/>
              <a:t>6/9/2026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74182" y="0"/>
            <a:ext cx="4017817" cy="6858000"/>
          </a:xfrm>
          <a:blipFill dpi="0" rotWithShape="1">
            <a:blip r:embed="rId2">
              <a:alphaModFix amt="60000"/>
            </a:blip>
            <a:srcRect/>
            <a:stretch>
              <a:fillRect l="-205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397948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564763" cy="1269482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1968816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00688" y="457200"/>
            <a:ext cx="6217920" cy="54752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6359-BBC3-9E40-B171-C99E9F4933E9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489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540760" cy="131634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089842"/>
            <a:ext cx="3540760" cy="385375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59" y="457200"/>
            <a:ext cx="7254239" cy="5669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EBE4-268E-1643-A712-CC93702C9C05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022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31070" y="457200"/>
            <a:ext cx="8129861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E66D84-D695-C745-96DB-748C5AC7D514}" type="datetime1">
              <a:rPr lang="en-US" smtClean="0"/>
              <a:t>6/9/2026</a:t>
            </a:fld>
            <a:endParaRPr lang="en-US"/>
          </a:p>
        </p:txBody>
      </p:sp>
      <p:pic>
        <p:nvPicPr>
          <p:cNvPr id="8" name="Picture 7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7937E1ED-1028-57A9-8653-199F587CAA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056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52" y="4892040"/>
            <a:ext cx="9762068" cy="106070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38400" y="457200"/>
            <a:ext cx="7315200" cy="4535424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814E37-7324-6845-87AB-412490586DE2}" type="datetime1">
              <a:rPr lang="en-US" smtClean="0">
                <a:solidFill>
                  <a:schemeClr val="tx2"/>
                </a:solidFill>
              </a:rPr>
              <a:t>6/9/2026</a:t>
            </a:fld>
            <a:endParaRPr lang="en-US">
              <a:solidFill>
                <a:schemeClr val="tx2"/>
              </a:solidFill>
            </a:endParaRPr>
          </a:p>
        </p:txBody>
      </p:sp>
      <p:pic>
        <p:nvPicPr>
          <p:cNvPr id="8" name="Picture 7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0880C214-5B6A-CB20-C2B7-43282B9B19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1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leaves in a circle&#10;&#10;AI-generated content may be incorrect.">
            <a:extLst>
              <a:ext uri="{FF2B5EF4-FFF2-40B4-BE49-F238E27FC236}">
                <a16:creationId xmlns:a16="http://schemas.microsoft.com/office/drawing/2014/main" id="{BF0F0DCE-304C-EF8B-B97E-382148327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397696"/>
            <a:ext cx="5486400" cy="1463040"/>
          </a:xfrm>
        </p:spPr>
        <p:txBody>
          <a:bodyPr anchor="t" anchorCtr="0">
            <a:normAutofit/>
          </a:bodyPr>
          <a:lstStyle>
            <a:lvl1pPr algn="ctr">
              <a:lnSpc>
                <a:spcPct val="11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74069" y="1171579"/>
            <a:ext cx="8043862" cy="356616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5000" b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425823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52600" y="365760"/>
            <a:ext cx="8686800" cy="5486400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 algn="ctr">
              <a:lnSpc>
                <a:spcPct val="80000"/>
              </a:lnSpc>
              <a:buNone/>
              <a:defRPr sz="60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 algn="ctr">
              <a:lnSpc>
                <a:spcPct val="80000"/>
              </a:lnSpc>
              <a:buNone/>
              <a:defRPr sz="54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 algn="ctr">
              <a:lnSpc>
                <a:spcPct val="80000"/>
              </a:lnSpc>
              <a:buNone/>
              <a:defRPr sz="48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 algn="ctr">
              <a:lnSpc>
                <a:spcPct val="80000"/>
              </a:lnSpc>
              <a:buNone/>
              <a:defRPr sz="44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944B1-A93B-F147-9A5A-D2620572B4B1}" type="datetime1">
              <a:rPr lang="en-US" smtClean="0"/>
              <a:t>6/9/2026</a:t>
            </a:fld>
            <a:endParaRPr lang="en-US"/>
          </a:p>
        </p:txBody>
      </p:sp>
      <p:pic>
        <p:nvPicPr>
          <p:cNvPr id="10" name="Picture 9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296154C5-7B40-49CB-E343-73980D8C709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4540" y="3003334"/>
            <a:ext cx="4160520" cy="914400"/>
          </a:xfrm>
          <a:prstGeom prst="rect">
            <a:avLst/>
          </a:prstGeom>
        </p:spPr>
      </p:pic>
      <p:pic>
        <p:nvPicPr>
          <p:cNvPr id="12" name="Picture 11" descr="A blue leafy plant&#10;&#10;AI-generated content may be incorrect.">
            <a:extLst>
              <a:ext uri="{FF2B5EF4-FFF2-40B4-BE49-F238E27FC236}">
                <a16:creationId xmlns:a16="http://schemas.microsoft.com/office/drawing/2014/main" id="{C5608801-CE38-1990-EC36-5F382F3AC3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73"/>
          <a:stretch>
            <a:fillRect/>
          </a:stretch>
        </p:blipFill>
        <p:spPr>
          <a:xfrm>
            <a:off x="0" y="157646"/>
            <a:ext cx="1757091" cy="1460378"/>
          </a:xfrm>
          <a:prstGeom prst="rect">
            <a:avLst/>
          </a:prstGeom>
        </p:spPr>
      </p:pic>
      <p:pic>
        <p:nvPicPr>
          <p:cNvPr id="13" name="Picture 1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497485C4-99A6-761F-6BC9-2157F7BE1A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-1163538" y="2885078"/>
            <a:ext cx="3361254" cy="103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851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FF848890-CE01-9C1B-6EF2-542D922D1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70313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15024" y="1040528"/>
            <a:ext cx="5843035" cy="457200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80000"/>
              </a:lnSpc>
              <a:buNone/>
              <a:defRPr sz="48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>
              <a:lnSpc>
                <a:spcPct val="80000"/>
              </a:lnSpc>
              <a:buNone/>
              <a:defRPr sz="44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>
              <a:lnSpc>
                <a:spcPct val="80000"/>
              </a:lnSpc>
              <a:buNone/>
              <a:defRPr sz="40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>
              <a:lnSpc>
                <a:spcPct val="80000"/>
              </a:lnSpc>
              <a:buNone/>
              <a:defRPr sz="36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>
              <a:lnSpc>
                <a:spcPct val="80000"/>
              </a:lnSpc>
              <a:buNone/>
              <a:defRPr sz="32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6113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60B913-2D3E-D2F1-2DC5-E8D1EB38E455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2960" y="1280160"/>
            <a:ext cx="10515600" cy="41148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1C0D-A5B5-3D43-825A-85FAF7F7BC22}" type="datetime1">
              <a:rPr lang="en-US" smtClean="0"/>
              <a:t>6/9/2026</a:t>
            </a:fld>
            <a:endParaRPr lang="en-US"/>
          </a:p>
        </p:txBody>
      </p:sp>
      <p:pic>
        <p:nvPicPr>
          <p:cNvPr id="9" name="Picture 8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1CCED1F3-3CEB-D840-3519-74AC605E8DC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0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230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D25D851B-A4D3-5C99-951A-68207FA26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693" y="0"/>
            <a:ext cx="70313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195516"/>
            <a:ext cx="5760720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5760720" cy="4579422"/>
          </a:xfrm>
        </p:spPr>
        <p:txBody>
          <a:bodyPr anchor="ctr" anchorCtr="0">
            <a:normAutofit/>
          </a:bodyPr>
          <a:lstStyle>
            <a:lvl1pPr marL="0" indent="-164592">
              <a:lnSpc>
                <a:spcPct val="80000"/>
              </a:lnSpc>
              <a:spcBef>
                <a:spcPts val="0"/>
              </a:spcBef>
              <a:buNone/>
              <a:defRPr sz="4400" cap="all" spc="0" baseline="0"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3179664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9600" y="4941517"/>
            <a:ext cx="5588000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9600" y="1049867"/>
            <a:ext cx="5588000" cy="3657597"/>
          </a:xfrm>
        </p:spPr>
        <p:txBody>
          <a:bodyPr anchor="ctr" anchorCtr="0">
            <a:normAutofit/>
          </a:bodyPr>
          <a:lstStyle>
            <a:lvl1pPr marL="0" indent="-164592">
              <a:lnSpc>
                <a:spcPct val="80000"/>
              </a:lnSpc>
              <a:spcBef>
                <a:spcPts val="0"/>
              </a:spcBef>
              <a:buNone/>
              <a:defRPr sz="4800" cap="all" spc="0" baseline="0"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2D73AE9-869B-7BF3-50A5-234196163F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3FEB0EA-071D-4499-B42D-F2B8EA05084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B50E06B-939B-0AAF-0ECC-655004CFE6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7E73F5-CCA3-444E-8B15-361BEE3A4343}" type="datetime1">
              <a:rPr lang="en-US" smtClean="0"/>
              <a:t>6/9/2026</a:t>
            </a:fld>
            <a:endParaRPr lang="en-US"/>
          </a:p>
        </p:txBody>
      </p:sp>
      <p:pic>
        <p:nvPicPr>
          <p:cNvPr id="4" name="Picture 3" descr="A lemon on a branch&#10;&#10;AI-generated content may be incorrect.">
            <a:extLst>
              <a:ext uri="{FF2B5EF4-FFF2-40B4-BE49-F238E27FC236}">
                <a16:creationId xmlns:a16="http://schemas.microsoft.com/office/drawing/2014/main" id="{6C8943F9-BACC-FB6D-553E-E3ABEBDAF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77" y="935877"/>
            <a:ext cx="4131220" cy="46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339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9800" y="4955722"/>
            <a:ext cx="7772400" cy="66947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09800" y="1344168"/>
            <a:ext cx="7772400" cy="3291840"/>
          </a:xfrm>
        </p:spPr>
        <p:txBody>
          <a:bodyPr anchor="ctr">
            <a:normAutofit/>
          </a:bodyPr>
          <a:lstStyle>
            <a:lvl1pPr marL="0" indent="-164592" algn="ctr">
              <a:lnSpc>
                <a:spcPct val="80000"/>
              </a:lnSpc>
              <a:spcBef>
                <a:spcPts val="0"/>
              </a:spcBef>
              <a:buNone/>
              <a:defRPr sz="4000" cap="all" spc="0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pic>
        <p:nvPicPr>
          <p:cNvPr id="10" name="Picture 9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E1FAE426-B259-9B7E-DA6B-E052E1FCE6B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28"/>
          <a:stretch>
            <a:fillRect/>
          </a:stretch>
        </p:blipFill>
        <p:spPr>
          <a:xfrm flipH="1">
            <a:off x="1638457" y="-1"/>
            <a:ext cx="3509674" cy="1034177"/>
          </a:xfrm>
          <a:prstGeom prst="rect">
            <a:avLst/>
          </a:prstGeom>
        </p:spPr>
      </p:pic>
      <p:pic>
        <p:nvPicPr>
          <p:cNvPr id="11" name="Picture 10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0A0E2D79-EB43-8B87-7AC2-A0043A5E3F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  <p:pic>
        <p:nvPicPr>
          <p:cNvPr id="12" name="Picture 11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7373C030-FF01-D4D1-E8D8-0EE4E6036E1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71959" y="780706"/>
            <a:ext cx="2020041" cy="14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043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lue leaves in a circle&#10;&#10;AI-generated content may be incorrect.">
            <a:extLst>
              <a:ext uri="{FF2B5EF4-FFF2-40B4-BE49-F238E27FC236}">
                <a16:creationId xmlns:a16="http://schemas.microsoft.com/office/drawing/2014/main" id="{E981F3B3-629F-D680-2DF2-E8D2A2A6B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2800" y="4782298"/>
            <a:ext cx="5486400" cy="66947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04160" y="1344168"/>
            <a:ext cx="6583680" cy="3291840"/>
          </a:xfrm>
        </p:spPr>
        <p:txBody>
          <a:bodyPr anchor="ctr">
            <a:normAutofit/>
          </a:bodyPr>
          <a:lstStyle>
            <a:lvl1pPr marL="0" indent="-164592" algn="ctr">
              <a:lnSpc>
                <a:spcPct val="80000"/>
              </a:lnSpc>
              <a:spcBef>
                <a:spcPts val="0"/>
              </a:spcBef>
              <a:buNone/>
              <a:defRPr sz="4000" cap="all" spc="0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33949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60374-D5A7-578F-94DF-B3AE40A63D76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60FC988-C014-CA7D-7F26-4EDC152955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9838" y="4553078"/>
            <a:ext cx="5638800" cy="788610"/>
          </a:xfrm>
        </p:spPr>
        <p:txBody>
          <a:bodyPr/>
          <a:lstStyle>
            <a:lvl1pPr>
              <a:lnSpc>
                <a:spcPct val="120000"/>
              </a:lnSpc>
              <a:defRPr sz="1800" spc="10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4BC7C1D-C941-64F4-959E-B9487BF4CD0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579837" y="1047879"/>
            <a:ext cx="8483601" cy="3371850"/>
          </a:xfrm>
        </p:spPr>
        <p:txBody>
          <a:bodyPr anchor="ctr"/>
          <a:lstStyle>
            <a:lvl1pPr indent="0">
              <a:lnSpc>
                <a:spcPct val="80000"/>
              </a:lnSpc>
              <a:buNone/>
              <a:defRPr sz="54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628BD-4B0C-2949-B92B-496E78197D17}" type="datetime1">
              <a:rPr lang="en-US" smtClean="0"/>
              <a:t>6/9/2026</a:t>
            </a:fld>
            <a:endParaRPr lang="en-US"/>
          </a:p>
        </p:txBody>
      </p:sp>
      <p:pic>
        <p:nvPicPr>
          <p:cNvPr id="9" name="Picture 8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AD9087A2-9DF4-E9FD-70DE-819B7480EA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68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2980446A-4C51-EF2C-7912-750EC880876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7315200" y="-1"/>
            <a:ext cx="3361254" cy="10341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034176"/>
            <a:ext cx="11300859" cy="138898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2651760"/>
            <a:ext cx="11300860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6E4B0-8B14-9B4C-A31A-5987B81B3FF3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185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C57870-6258-3787-62B9-78CC66A2B053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32720" cy="137160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651760"/>
            <a:ext cx="10332720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36A54-899C-E541-8E52-4AB7D9961575}" type="datetime1">
              <a:rPr lang="en-US" smtClean="0"/>
              <a:t>6/9/2026</a:t>
            </a:fld>
            <a:endParaRPr lang="en-US"/>
          </a:p>
        </p:txBody>
      </p:sp>
      <p:pic>
        <p:nvPicPr>
          <p:cNvPr id="7" name="Picture 6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DF688FE8-69D4-9BEF-4BAA-95000B6B06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4158274" y="5524901"/>
            <a:ext cx="6065596" cy="133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634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5486400" cy="2514600"/>
          </a:xfrm>
        </p:spPr>
        <p:txBody>
          <a:bodyPr anchor="b" anchorCtr="0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82336"/>
            <a:ext cx="5486400" cy="231840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A97-A7C4-9F40-8A0A-FE5948AA7EAD}" type="datetime1">
              <a:rPr lang="en-US" smtClean="0"/>
              <a:t>6/9/2026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38A79B-2A35-A3D9-A7ED-DE7607A5B87F}"/>
              </a:ext>
            </a:extLst>
          </p:cNvPr>
          <p:cNvSpPr/>
          <p:nvPr/>
        </p:nvSpPr>
        <p:spPr>
          <a:xfrm>
            <a:off x="7383790" y="914400"/>
            <a:ext cx="4389990" cy="47548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lemon on a branch&#10;&#10;AI-generated content may be incorrect.">
            <a:extLst>
              <a:ext uri="{FF2B5EF4-FFF2-40B4-BE49-F238E27FC236}">
                <a16:creationId xmlns:a16="http://schemas.microsoft.com/office/drawing/2014/main" id="{BCAD1063-90DD-E1BB-B6C8-CF21479CD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114" y="553212"/>
            <a:ext cx="4911923" cy="552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637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5"/>
            <a:ext cx="53949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100" y="1825625"/>
            <a:ext cx="53949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CCE39-E894-AE4B-8297-21AAF0EFFD0A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85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85735"/>
            <a:ext cx="53949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387600"/>
            <a:ext cx="5394960" cy="365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3736" y="1685735"/>
            <a:ext cx="53949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100" y="2387600"/>
            <a:ext cx="5394960" cy="365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DF8A-0D91-364D-A077-5FA6DB0BF384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710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0C67-8BBF-6B4F-9B47-BDE666336AA6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1950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4A657-91FB-5045-886C-E8C9E2D0FBD3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432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297680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590800"/>
            <a:ext cx="4297680" cy="3291840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457200"/>
            <a:ext cx="6645812" cy="53949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EC984-B3DE-9046-AFE2-DCA5A31E4617}" type="datetime1">
              <a:rPr lang="en-US" smtClean="0"/>
              <a:t>6/9/2026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1241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5849492-8CEA-1782-4908-C537B7CD0034}"/>
              </a:ext>
            </a:extLst>
          </p:cNvPr>
          <p:cNvSpPr/>
          <p:nvPr/>
        </p:nvSpPr>
        <p:spPr>
          <a:xfrm>
            <a:off x="4659682" y="-1"/>
            <a:ext cx="7532318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788700" cy="176208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826137"/>
            <a:ext cx="3778112" cy="3017520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77" y="6126480"/>
            <a:ext cx="23774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86517" y="6126480"/>
            <a:ext cx="1039521" cy="365125"/>
          </a:xfrm>
        </p:spPr>
        <p:txBody>
          <a:bodyPr/>
          <a:lstStyle/>
          <a:p>
            <a:fld id="{0265947F-1BAF-0347-867A-BE413595A34D}" type="datetime1">
              <a:rPr lang="en-US" smtClean="0"/>
              <a:t>6/9/2026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5073465" y="457200"/>
            <a:ext cx="6704753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193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69C9E-5EF9-BB75-4627-4DC5CC69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65125"/>
            <a:ext cx="113465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82400-D5E7-A68D-169F-2E18AE06F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80" y="1825625"/>
            <a:ext cx="1134658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FF041-44CD-B171-7760-9BD4A44AF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480" y="6126480"/>
            <a:ext cx="36576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78213-F4F4-5A28-3082-988326546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9077" y="6126480"/>
            <a:ext cx="3698529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940C-5E99-C9E6-92A2-229FA878B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84913" y="6126480"/>
            <a:ext cx="20731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fld id="{F58F0028-8822-3F46-9369-4E11A89384E5}" type="datetime1">
              <a:rPr lang="en-US" smtClean="0"/>
              <a:pPr/>
              <a:t>6/9/2026</a:t>
            </a:fld>
            <a:endParaRPr lang="en-US"/>
          </a:p>
        </p:txBody>
      </p:sp>
      <p:sp>
        <p:nvSpPr>
          <p:cNvPr id="11" name="Freeform 10" hidden="1">
            <a:extLst>
              <a:ext uri="{FF2B5EF4-FFF2-40B4-BE49-F238E27FC236}">
                <a16:creationId xmlns:a16="http://schemas.microsoft.com/office/drawing/2014/main" id="{AD19C17A-2059-B291-5686-A6EE57749B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457200 w 12192000"/>
              <a:gd name="csY0" fmla="*/ 457200 h 6858000"/>
              <a:gd name="csX1" fmla="*/ 457200 w 12192000"/>
              <a:gd name="csY1" fmla="*/ 6400800 h 6858000"/>
              <a:gd name="csX2" fmla="*/ 11734800 w 12192000"/>
              <a:gd name="csY2" fmla="*/ 6400800 h 6858000"/>
              <a:gd name="csX3" fmla="*/ 11734800 w 12192000"/>
              <a:gd name="csY3" fmla="*/ 457200 h 6858000"/>
              <a:gd name="csX4" fmla="*/ 0 w 12192000"/>
              <a:gd name="csY4" fmla="*/ 0 h 6858000"/>
              <a:gd name="csX5" fmla="*/ 457200 w 12192000"/>
              <a:gd name="csY5" fmla="*/ 0 h 6858000"/>
              <a:gd name="csX6" fmla="*/ 457200 w 12192000"/>
              <a:gd name="csY6" fmla="*/ 0 h 6858000"/>
              <a:gd name="csX7" fmla="*/ 12190476 w 12192000"/>
              <a:gd name="csY7" fmla="*/ 0 h 6858000"/>
              <a:gd name="csX8" fmla="*/ 12190476 w 12192000"/>
              <a:gd name="csY8" fmla="*/ 0 h 6858000"/>
              <a:gd name="csX9" fmla="*/ 12192000 w 12192000"/>
              <a:gd name="csY9" fmla="*/ 0 h 6858000"/>
              <a:gd name="csX10" fmla="*/ 12192000 w 12192000"/>
              <a:gd name="csY10" fmla="*/ 6858000 h 6858000"/>
              <a:gd name="csX11" fmla="*/ 12190476 w 12192000"/>
              <a:gd name="csY11" fmla="*/ 6858000 h 6858000"/>
              <a:gd name="csX12" fmla="*/ 11734800 w 12192000"/>
              <a:gd name="csY12" fmla="*/ 6858000 h 6858000"/>
              <a:gd name="csX13" fmla="*/ 457200 w 12192000"/>
              <a:gd name="csY13" fmla="*/ 6858000 h 6858000"/>
              <a:gd name="csX14" fmla="*/ 1525 w 12192000"/>
              <a:gd name="csY14" fmla="*/ 6858000 h 6858000"/>
              <a:gd name="csX15" fmla="*/ 0 w 12192000"/>
              <a:gd name="csY15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192000" h="6858000">
                <a:moveTo>
                  <a:pt x="457200" y="457200"/>
                </a:moveTo>
                <a:lnTo>
                  <a:pt x="457200" y="6400800"/>
                </a:lnTo>
                <a:lnTo>
                  <a:pt x="11734800" y="6400800"/>
                </a:lnTo>
                <a:lnTo>
                  <a:pt x="11734800" y="457200"/>
                </a:lnTo>
                <a:close/>
                <a:moveTo>
                  <a:pt x="0" y="0"/>
                </a:moveTo>
                <a:lnTo>
                  <a:pt x="457200" y="0"/>
                </a:lnTo>
                <a:lnTo>
                  <a:pt x="457200" y="0"/>
                </a:lnTo>
                <a:lnTo>
                  <a:pt x="12190476" y="0"/>
                </a:lnTo>
                <a:lnTo>
                  <a:pt x="12190476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0476" y="6858000"/>
                </a:lnTo>
                <a:lnTo>
                  <a:pt x="11734800" y="6858000"/>
                </a:lnTo>
                <a:lnTo>
                  <a:pt x="457200" y="6858000"/>
                </a:lnTo>
                <a:lnTo>
                  <a:pt x="1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7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  <p:sldLayoutId id="2147483772" r:id="rId28"/>
    <p:sldLayoutId id="2147483773" r:id="rId29"/>
    <p:sldLayoutId id="2147483774" r:id="rId30"/>
    <p:sldLayoutId id="2147483775" r:id="rId31"/>
    <p:sldLayoutId id="2147483776" r:id="rId32"/>
    <p:sldLayoutId id="2147483777" r:id="rId33"/>
    <p:sldLayoutId id="2147483778" r:id="rId34"/>
    <p:sldLayoutId id="2147483779" r:id="rId35"/>
    <p:sldLayoutId id="2147483780" r:id="rId36"/>
    <p:sldLayoutId id="2147483781" r:id="rId37"/>
    <p:sldLayoutId id="2147483782" r:id="rId38"/>
    <p:sldLayoutId id="2147483783" r:id="rId39"/>
    <p:sldLayoutId id="2147483784" r:id="rId40"/>
    <p:sldLayoutId id="2147483785" r:id="rId41"/>
    <p:sldLayoutId id="2147483786" r:id="rId42"/>
    <p:sldLayoutId id="2147483787" r:id="rId43"/>
    <p:sldLayoutId id="2147483788" r:id="rId44"/>
    <p:sldLayoutId id="2147483789" r:id="rId45"/>
    <p:sldLayoutId id="2147483790" r:id="rId46"/>
    <p:sldLayoutId id="2147483791" r:id="rId47"/>
    <p:sldLayoutId id="2147483792" r:id="rId48"/>
    <p:sldLayoutId id="2147483793" r:id="rId49"/>
    <p:sldLayoutId id="2147483794" r:id="rId50"/>
    <p:sldLayoutId id="2147483795" r:id="rId51"/>
    <p:sldLayoutId id="2147483796" r:id="rId52"/>
    <p:sldLayoutId id="2147483797" r:id="rId53"/>
    <p:sldLayoutId id="2147483798" r:id="rId54"/>
    <p:sldLayoutId id="2147483799" r:id="rId55"/>
    <p:sldLayoutId id="2147483800" r:id="rId56"/>
    <p:sldLayoutId id="2147483801" r:id="rId57"/>
    <p:sldLayoutId id="2147483802" r:id="rId58"/>
    <p:sldLayoutId id="2147483803" r:id="rId5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200" baseline="0">
          <a:solidFill>
            <a:schemeClr val="tx1"/>
          </a:solidFill>
          <a:latin typeface="+mj-lt"/>
          <a:ea typeface="+mj-ea"/>
          <a:cs typeface="Urdu Typesetting" panose="03020402040406030203" pitchFamily="66" charset="-78"/>
        </a:defRPr>
      </a:lvl1pPr>
    </p:titleStyle>
    <p:bodyStyle>
      <a:lvl1pPr marL="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3pPr>
      <a:lvl4pPr marL="804672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4pPr>
      <a:lvl5pPr marL="1024128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8190-6C6B-103B-6784-A34365AB5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394139"/>
            <a:ext cx="5336630" cy="4069724"/>
          </a:xfrm>
        </p:spPr>
        <p:txBody>
          <a:bodyPr/>
          <a:lstStyle/>
          <a:p>
            <a:r>
              <a:rPr lang="en-IN" sz="5400" b="1" cap="none" dirty="0" err="1"/>
              <a:t>OrganiStation</a:t>
            </a:r>
            <a:r>
              <a:rPr lang="en-IN" sz="5400" b="1" cap="none" dirty="0"/>
              <a:t>: </a:t>
            </a:r>
            <a:r>
              <a:rPr lang="en-IN" sz="3200" cap="none" dirty="0"/>
              <a:t>Cloud-native Organisation management platform</a:t>
            </a:r>
            <a:endParaRPr lang="en-US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3E1E8-4588-F79E-3132-D90D12E27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363" y="6030913"/>
            <a:ext cx="9144000" cy="549275"/>
          </a:xfrm>
        </p:spPr>
        <p:txBody>
          <a:bodyPr>
            <a:normAutofit/>
          </a:bodyPr>
          <a:lstStyle/>
          <a:p>
            <a:r>
              <a:rPr lang="en-US" sz="2800" b="1" cap="none" dirty="0"/>
              <a:t>Mahesh D</a:t>
            </a:r>
          </a:p>
        </p:txBody>
      </p:sp>
    </p:spTree>
    <p:extLst>
      <p:ext uri="{BB962C8B-B14F-4D97-AF65-F5344CB8AC3E}">
        <p14:creationId xmlns:p14="http://schemas.microsoft.com/office/powerpoint/2010/main" val="2352028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26546-A947-C6DA-4E59-F1A0D4EAD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1"/>
            <a:ext cx="3992880" cy="2514599"/>
          </a:xfrm>
        </p:spPr>
        <p:txBody>
          <a:bodyPr anchor="t">
            <a:normAutofit/>
          </a:bodyPr>
          <a:lstStyle/>
          <a:p>
            <a:r>
              <a:rPr lang="en-US" sz="4400" b="1" dirty="0"/>
              <a:t>Goals</a:t>
            </a:r>
            <a:endParaRPr lang="en-IN" sz="4400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D0770B1-697F-8559-B890-DE5AA1B657F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044165075"/>
              </p:ext>
            </p:extLst>
          </p:nvPr>
        </p:nvGraphicFramePr>
        <p:xfrm>
          <a:off x="4800600" y="914400"/>
          <a:ext cx="6957460" cy="4940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4423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DADB1-C3A5-D17D-256E-D32F865A1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788700" cy="1762083"/>
          </a:xfrm>
        </p:spPr>
        <p:txBody>
          <a:bodyPr anchor="t">
            <a:normAutofit/>
          </a:bodyPr>
          <a:lstStyle/>
          <a:p>
            <a:r>
              <a:rPr lang="en-IN" sz="4000" b="1" cap="none" dirty="0"/>
              <a:t>Application architecture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F41EA8A-6160-7D91-D650-B98AA4320CC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6096000" y="303277"/>
            <a:ext cx="4751097" cy="62514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00312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850CB-C73B-39E3-6503-BD62C44E7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5627B-ECBA-E9F6-A848-43AB2634D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1"/>
            <a:ext cx="3992880" cy="2514599"/>
          </a:xfrm>
        </p:spPr>
        <p:txBody>
          <a:bodyPr anchor="t">
            <a:normAutofit/>
          </a:bodyPr>
          <a:lstStyle/>
          <a:p>
            <a:r>
              <a:rPr lang="en-US" sz="4400" b="1" cap="none" dirty="0"/>
              <a:t>Security Measures Taken</a:t>
            </a:r>
            <a:endParaRPr lang="en-IN" sz="4400" cap="none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33D8FCE-F60A-4E7E-D6C8-160B85C4801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23644324"/>
              </p:ext>
            </p:extLst>
          </p:nvPr>
        </p:nvGraphicFramePr>
        <p:xfrm>
          <a:off x="4800600" y="914400"/>
          <a:ext cx="6957460" cy="4940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434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5EA22-F00B-4B57-1B74-3B9DC32F1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B0CBC-22CB-FDFA-8ECC-37A733E04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86200" cy="1687286"/>
          </a:xfrm>
        </p:spPr>
        <p:txBody>
          <a:bodyPr anchor="b">
            <a:normAutofit/>
          </a:bodyPr>
          <a:lstStyle/>
          <a:p>
            <a:r>
              <a:rPr lang="en-IN" sz="4400" b="1" cap="none" dirty="0"/>
              <a:t>Cloud infrastructure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A080A7-9B4F-A519-203B-1E8FA5B47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458" y="143404"/>
            <a:ext cx="6291915" cy="65711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8648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A16FD-0926-959C-78A6-C98EE3893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3923455" cy="4083580"/>
          </a:xfrm>
        </p:spPr>
        <p:txBody>
          <a:bodyPr anchor="t">
            <a:normAutofit/>
          </a:bodyPr>
          <a:lstStyle/>
          <a:p>
            <a:r>
              <a:rPr lang="en-IN" sz="4400" b="1" cap="none" dirty="0"/>
              <a:t>Azure services used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668D9E77-3DA2-0B9D-8599-FC8B5AF138A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65290621"/>
              </p:ext>
            </p:extLst>
          </p:nvPr>
        </p:nvGraphicFramePr>
        <p:xfrm>
          <a:off x="5156011" y="914400"/>
          <a:ext cx="6045390" cy="40835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8095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0C4AB-B917-38B1-694D-E892DC305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788700" cy="1762083"/>
          </a:xfrm>
        </p:spPr>
        <p:txBody>
          <a:bodyPr anchor="t">
            <a:normAutofit/>
          </a:bodyPr>
          <a:lstStyle/>
          <a:p>
            <a:r>
              <a:rPr lang="en-IN" sz="4000" b="1" cap="none" dirty="0"/>
              <a:t>Terraform Folder Structure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DD0A1ED-976E-C81E-CCCF-0A65C9D11F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tretch/>
        </p:blipFill>
        <p:spPr>
          <a:xfrm>
            <a:off x="6286264" y="320634"/>
            <a:ext cx="4227378" cy="62167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98918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B6162-976F-4344-534B-8AA34998D0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09800" y="1783080"/>
            <a:ext cx="7772400" cy="3291840"/>
          </a:xfrm>
        </p:spPr>
        <p:txBody>
          <a:bodyPr anchor="ctr">
            <a:normAutofit/>
          </a:bodyPr>
          <a:lstStyle/>
          <a:p>
            <a:pPr indent="0">
              <a:spcAft>
                <a:spcPts val="600"/>
              </a:spcAft>
              <a:buNone/>
            </a:pPr>
            <a:r>
              <a:rPr lang="en-IN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64098646"/>
      </p:ext>
    </p:extLst>
  </p:cSld>
  <p:clrMapOvr>
    <a:masterClrMapping/>
  </p:clrMapOvr>
</p:sld>
</file>

<file path=ppt/theme/theme1.xml><?xml version="1.0" encoding="utf-8"?>
<a:theme xmlns:a="http://schemas.openxmlformats.org/drawingml/2006/main" name="Roman fresco">
  <a:themeElements>
    <a:clrScheme name="Roman Fresco">
      <a:dk1>
        <a:srgbClr val="000000"/>
      </a:dk1>
      <a:lt1>
        <a:srgbClr val="FFFFFF"/>
      </a:lt1>
      <a:dk2>
        <a:srgbClr val="000221"/>
      </a:dk2>
      <a:lt2>
        <a:srgbClr val="F3ECE1"/>
      </a:lt2>
      <a:accent1>
        <a:srgbClr val="11338A"/>
      </a:accent1>
      <a:accent2>
        <a:srgbClr val="E6B916"/>
      </a:accent2>
      <a:accent3>
        <a:srgbClr val="11338A"/>
      </a:accent3>
      <a:accent4>
        <a:srgbClr val="B9D2DF"/>
      </a:accent4>
      <a:accent5>
        <a:srgbClr val="412D2B"/>
      </a:accent5>
      <a:accent6>
        <a:srgbClr val="DB4C3F"/>
      </a:accent6>
      <a:hlink>
        <a:srgbClr val="467886"/>
      </a:hlink>
      <a:folHlink>
        <a:srgbClr val="96607D"/>
      </a:folHlink>
    </a:clrScheme>
    <a:fontScheme name="Custom 81">
      <a:majorFont>
        <a:latin typeface="Urdu Typesetting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oman Fresco_win32_EF_v3" id="{0AF11A7C-A41D-41B6-B350-8E2BC476B03D}" vid="{259414C7-5EB5-4AA2-A628-750D76F236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C0A7E9-1715-433B-8855-F7DBB272AE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F5451F-E621-486E-8A64-50FEB3855E59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78BD2F9-1572-4D37-B8FD-8AA9FD060A8C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{DE9AA9E0-35AC-44E7-9AB0-52C5560BE371}331dd956-868b-498c-ac85-8754876205c5-TF91c547f1-df9a-4c72-b625-a0a7ba9e0dab_win32</Template>
  <TotalTime>1194</TotalTime>
  <Words>68</Words>
  <Application>Microsoft Office PowerPoint</Application>
  <PresentationFormat>Widescreen</PresentationFormat>
  <Paragraphs>31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Univers Light</vt:lpstr>
      <vt:lpstr>Urdu Typesetting</vt:lpstr>
      <vt:lpstr>Roman fresco</vt:lpstr>
      <vt:lpstr>OrganiStation: Cloud-native Organisation management platform</vt:lpstr>
      <vt:lpstr>Goals</vt:lpstr>
      <vt:lpstr>Application architecture</vt:lpstr>
      <vt:lpstr>Security Measures Taken</vt:lpstr>
      <vt:lpstr>Cloud infrastructure</vt:lpstr>
      <vt:lpstr>Azure services used</vt:lpstr>
      <vt:lpstr>Terraform Folder Structure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 Dineshkumar(UST,IN)</dc:creator>
  <cp:lastModifiedBy>Mahesh Dineshkumar(UST,IN)</cp:lastModifiedBy>
  <cp:revision>4</cp:revision>
  <dcterms:created xsi:type="dcterms:W3CDTF">2026-06-09T17:45:33Z</dcterms:created>
  <dcterms:modified xsi:type="dcterms:W3CDTF">2026-06-10T14:02:39Z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15ffddfa-74ad-4c1f-9757-a38a11902f1c_Enabled">
    <vt:lpwstr>true</vt:lpwstr>
  </property>
  <property fmtid="{D5CDD505-2E9C-101B-9397-08002B2CF9AE}" pid="5" name="MSIP_Label_15ffddfa-74ad-4c1f-9757-a38a11902f1c_SetDate">
    <vt:lpwstr>2026-06-09T18:03:15Z</vt:lpwstr>
  </property>
  <property fmtid="{D5CDD505-2E9C-101B-9397-08002B2CF9AE}" pid="6" name="MSIP_Label_15ffddfa-74ad-4c1f-9757-a38a11902f1c_Method">
    <vt:lpwstr>Standard</vt:lpwstr>
  </property>
  <property fmtid="{D5CDD505-2E9C-101B-9397-08002B2CF9AE}" pid="7" name="MSIP_Label_15ffddfa-74ad-4c1f-9757-a38a11902f1c_Name">
    <vt:lpwstr>UST Internal</vt:lpwstr>
  </property>
  <property fmtid="{D5CDD505-2E9C-101B-9397-08002B2CF9AE}" pid="8" name="MSIP_Label_15ffddfa-74ad-4c1f-9757-a38a11902f1c_SiteId">
    <vt:lpwstr>a4431f4b-c207-4733-9530-34c08a9b2b8d</vt:lpwstr>
  </property>
  <property fmtid="{D5CDD505-2E9C-101B-9397-08002B2CF9AE}" pid="9" name="MSIP_Label_15ffddfa-74ad-4c1f-9757-a38a11902f1c_ActionId">
    <vt:lpwstr>077a1b06-3c5e-4ac6-8e7d-783f9d4a2aee</vt:lpwstr>
  </property>
  <property fmtid="{D5CDD505-2E9C-101B-9397-08002B2CF9AE}" pid="10" name="MSIP_Label_15ffddfa-74ad-4c1f-9757-a38a11902f1c_ContentBits">
    <vt:lpwstr>0</vt:lpwstr>
  </property>
  <property fmtid="{D5CDD505-2E9C-101B-9397-08002B2CF9AE}" pid="11" name="MSIP_Label_15ffddfa-74ad-4c1f-9757-a38a11902f1c_Tag">
    <vt:lpwstr>10, 3, 0, 1</vt:lpwstr>
  </property>
</Properties>
</file>